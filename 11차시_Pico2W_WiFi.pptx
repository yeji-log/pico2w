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Wi-Fi에 연결하고 인터넷과 이어지기</a:t>
            </a:r>
          </a:p>
          <a:p/>
          <a:p>
            <a:r>
              <a:t>[지시] 지난 시간 회로는 그대로 두어도 된다. 오늘은 새로 꽂을 부품이 없다. 노트북과 보드만 준비시킨다.</a:t>
            </a:r>
          </a:p>
          <a:p/>
          <a:p>
            <a:r>
              <a:t>지금까지 열 차시 동안 우리가 만든 것은 전부 이 책상 위에서만 돌아갔습니다. 센서로 읽고, 보드가 처리하고, LED나 모터로 내보냈죠.</a:t>
            </a:r>
          </a:p>
          <a:p/>
          <a:p>
            <a:r>
              <a:t>[발문] 그런데 그 값을 우리가 어떻게 봤죠?</a:t>
            </a:r>
          </a:p>
          <a:p/>
          <a:p>
            <a:r>
              <a:t>노트북 화면입니다. Thonny 창이요. USB 선이 빠지면 아무것도 볼 수 없었습니다.</a:t>
            </a:r>
          </a:p>
          <a:p/>
          <a:p>
            <a:r>
              <a:t>오늘 그 선을 끊습니다. 정확히 말하면, 값이 오가는 길을 선이 아닌 다른 곳으로 옮깁니다.</a:t>
            </a:r>
          </a:p>
          <a:p/>
          <a:p>
            <a:r>
              <a:t>[발문] 1차시에 이 보드 이름 끝의 W가 무슨 뜻이라고 했죠?</a:t>
            </a:r>
          </a:p>
          <a:p/>
          <a:p>
            <a:r>
              <a:t>Wireless, 무선입니다. 그때 "이 보드의 진짜 무기"라고 하고 뒤에서 다루겠다고 했는데, 오늘입니다.</a:t>
            </a:r>
          </a:p>
          <a:p/>
          <a:p>
            <a:r>
              <a:t>화면 오른쪽 그림을 보세요. 보드에서 물결이 나가서 공유기로 가고, 공유기가 인터넷으로 이어집니다. 그리고 보드 아래 숫자 하나가 붙어 있죠. 오늘 우리가 받게 될 IP 주소입니다.</a:t>
            </a:r>
          </a:p>
          <a:p/>
          <a:p>
            <a:r>
              <a:t>[지시] 오늘은 배선 실습이 없다고 미리 알린다. 대신 코드와 오류 메시지를 보는 시간이 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다섯 가지입니다.</a:t>
            </a:r>
          </a:p>
          <a:p/>
          <a:p>
            <a:r>
              <a:t>첫째, 공유기에 접속하기. 지금까지 machine 모듈만 썼는데, 오늘은 network라는 새 모듈이 나옵니다.</a:t>
            </a:r>
          </a:p>
          <a:p/>
          <a:p>
            <a:r>
              <a:t>둘째가 오늘 가장 많이 틀리는 부분입니다. 기다리기. 접속을 요청한다고 바로 연결되는 게 아니에요. 몇 초 걸립니다. 그 사이에 코드가 먼저 달려 나가면 엉뚱한 값이 나옵니다.</a:t>
            </a:r>
          </a:p>
          <a:p/>
          <a:p>
            <a:r>
              <a:t>셋째, IP 주소 확인하기. 공유기가 우리 보드에게 주소를 하나 줍니다. 그게 다음 시간의 준비물입니다.</a:t>
            </a:r>
          </a:p>
          <a:p/>
          <a:p>
            <a:r>
              <a:t>넷째, 함수로 묶기. 6차시 set_color, 10차시 motor()와 같은 방식이에요. 이제는 익숙하시죠.</a:t>
            </a:r>
          </a:p>
          <a:p/>
          <a:p>
            <a:r>
              <a:t>다섯째, 인터넷에서 값 받아 오기. 현재 시각을 받아 봅니다. 이게 되면 날씨든 환율이든 원리는 같습니다.</a:t>
            </a:r>
          </a:p>
          <a:p/>
          <a:p>
            <a:r>
              <a:t>[지시] 오늘은 눈에 보이는 결과가 LED나 모터가 아니라 화면의 글자라는 점을 미리 말해 둔다. 실습 3번에서 내장 LED로 눈에 보이게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지난 시간 요약</a:t>
            </a:r>
          </a:p>
          <a:p/>
          <a:p>
            <a:r>
              <a:t>지난 시간에 모터를 돌렸습니다.</a:t>
            </a:r>
          </a:p>
          <a:p/>
          <a:p>
            <a:r>
              <a:t>모터 드라이버로 큰 전류를 다뤘고, 전원을 두 개로 나눴고, GND를 하나로 이었죠. 그리고 센서 값으로 모터를 움직였습니다.</a:t>
            </a:r>
          </a:p>
          <a:p/>
          <a:p>
            <a:r>
              <a:t>[발문] 그런데 그 모터가 도는 걸 여러분은 어디서 확인했나요?</a:t>
            </a:r>
          </a:p>
          <a:p/>
          <a:p>
            <a:r>
              <a:t>책상 위에서 직접 봤죠. 값은 Thonny 화면에서 봤고요. 둘 다 노트북 옆에 붙어 있어야 가능한 일입니다.</a:t>
            </a:r>
          </a:p>
          <a:p/>
          <a:p>
            <a:r>
              <a:t>[지시] 아래 붉은 글씨를 짚는다.</a:t>
            </a:r>
          </a:p>
          <a:p/>
          <a:p>
            <a:r>
              <a:t>오늘은 배선이 없습니다. 지난 시간 회로는 그대로 두셔도 되고, 정리하셨어도 괜찮습니다. 오늘 필요한 건 노트북, 보드, 그리고 공유기 비밀번호입니다.</a:t>
            </a:r>
          </a:p>
          <a:p/>
          <a:p>
            <a:r>
              <a:t>[활동] 학교 공유기 이름과 비밀번호를 칠판에 적어 둔다. 학생들이 코드에 적어 넣을 것이므로 정확히 적는다.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지금까지 우리 보드는 선에 묶여 있었습니다</a:t>
            </a:r>
          </a:p>
          <a:p/>
          <a:p>
            <a:r>
              <a:t>화면 위쪽 그림을 보세요. 왼쪽이 지금까지고, 오른쪽이 오늘부터입니다.</a:t>
            </a:r>
          </a:p>
          <a:p/>
          <a:p>
            <a:r>
              <a:t>왼쪽. 보드와 노트북이 USB 선으로 묶여 있습니다. 값은 이 선 안에서만 오갔어요.</a:t>
            </a:r>
          </a:p>
          <a:p/>
          <a:p>
            <a:r>
              <a:t>[발문] 이게 왜 불편할까요? 아래 카드 세 장을 같이 보겠습니다.</a:t>
            </a:r>
          </a:p>
          <a:p/>
          <a:p>
            <a:r>
              <a:t>첫째, 값을 보려면 노트북이 있어야 합니다. 9차시에 초음파로 거리를 쟀죠. 그 숫자를 보려면 Thonny 화면을 봐야 했습니다.</a:t>
            </a:r>
          </a:p>
          <a:p/>
          <a:p>
            <a:r>
              <a:t>둘째, 케이블 길이가 곧 우리 장치의 크기였습니다. 화분에 센서를 꽂아 두고 거실에서 확인하는 건 불가능했어요.</a:t>
            </a:r>
          </a:p>
          <a:p/>
          <a:p>
            <a:r>
              <a:t>셋째, 다른 기기와 값을 주고받을 수 없었습니다. 보드 혼자 동작하고 끝이었죠.</a:t>
            </a:r>
          </a:p>
          <a:p/>
          <a:p>
            <a:r>
              <a:t>[지시] 오른쪽 그림을 짚는다.</a:t>
            </a:r>
          </a:p>
          <a:p/>
          <a:p>
            <a:r>
              <a:t>오늘부터는 보드가 공유기에 붙습니다. 그러면 값이 선 밖으로 나갈 수 있어요. 그리고 다음 시간에는 여러분 휴대폰이 그 길로 들어옵니다.</a:t>
            </a:r>
          </a:p>
          <a:p/>
          <a:p>
            <a:r>
              <a:t>[발문] 여러분 휴대폰은 지금 어떻게 인터넷을 쓰고 있죠?</a:t>
            </a:r>
          </a:p>
          <a:p/>
          <a:p>
            <a:r>
              <a:t>똑같습니다. 공유기에 붙어 있어요. 오늘 보드가 하는 일이 여러분 휴대폰이 매일 하는 그 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공유기에 접속한다는 것</a:t>
            </a:r>
          </a:p>
          <a:p/>
          <a:p>
            <a:r>
              <a:t>공유기 이야기를 조금만 하겠습니다.</a:t>
            </a:r>
          </a:p>
          <a:p/>
          <a:p>
            <a:r>
              <a:t>[발문] 집에 있는 공유기, 무슨 일을 하는 물건일까요?</a:t>
            </a:r>
          </a:p>
          <a:p/>
          <a:p>
            <a:r>
              <a:t>인터넷 선 하나를 여러 기기가 나눠 쓰게 해 주는 장치입니다. 그리고 하나 더, 붙은 기기마다 주소를 하나씩 나눠 줍니다.</a:t>
            </a:r>
          </a:p>
          <a:p/>
          <a:p>
            <a:r>
              <a:t>화면 그림을 보세요. 보드가 물결로 공유기에 붙고, 공유기가 인터넷으로 이어집니다. 오늘 우리는 이 왼쪽 화살표 하나를 만드는 겁니다.</a:t>
            </a:r>
          </a:p>
          <a:p/>
          <a:p>
            <a:r>
              <a:t>오른쪽 숫자를 보세요. 192.168.0.14. 이런 걸 IP 주소라고 합니다.</a:t>
            </a:r>
          </a:p>
          <a:p/>
          <a:p>
            <a:r>
              <a:t>[발문] 주소가 왜 필요할까요? 택배를 생각해 보세요.</a:t>
            </a:r>
          </a:p>
          <a:p/>
          <a:p>
            <a:r>
              <a:t>집 주소가 있어야 택배가 찾아오죠. 똑같습니다. 주소가 있어야 다른 기기가 우리 보드를 찾아올 수 있어요.</a:t>
            </a:r>
          </a:p>
          <a:p/>
          <a:p>
            <a:r>
              <a:t>아래 카드 세 장으로 정리하겠습니다. 공유기가 중심이고, 주소는 공유기가 주고, 그 주소로 찾아옵니다.</a:t>
            </a:r>
          </a:p>
          <a:p/>
          <a:p>
            <a:r>
              <a:t>[지시] 세 번째 카드를 짚으며 다음 시간을 예고한다.</a:t>
            </a:r>
          </a:p>
          <a:p/>
          <a:p>
            <a:r>
              <a:t>세 번째가 다음 시간 이야기입니다. 여러분 휴대폰 주소창에 이 숫자를 적으면 보드가 만든 화면이 뜹니다. 그러려면 오늘 주소를 받아 놔야 해요.</a:t>
            </a:r>
          </a:p>
          <a:p/>
          <a:p>
            <a:r>
              <a:t>[발문] 그런데 192로 시작하는 이 주소, 어디서 본 적 있나요?</a:t>
            </a:r>
          </a:p>
          <a:p/>
          <a:p>
            <a:r>
              <a:t>집 공유기 설정 들어갈 때 192.168로 시작하는 주소를 칩니다. 같은 종류예요. 집 안에서만 쓰는 주소입니다.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필요한 것은 이름과 비밀번호 둘</a:t>
            </a:r>
          </a:p>
          <a:p/>
          <a:p>
            <a:r>
              <a:t>오늘 준비물은 두 가지입니다. 공유기 이름과 비밀번호.</a:t>
            </a:r>
          </a:p>
          <a:p/>
          <a:p>
            <a:r>
              <a:t>왼쪽. 공유기 이름을 SSID라고 부릅니다. 여러분 휴대폰에서 Wi-Fi 목록 열면 쭉 뜨는 그 이름이에요.</a:t>
            </a:r>
          </a:p>
          <a:p/>
          <a:p>
            <a:r>
              <a:t>[지시] 칠판에 적어 둔 학교 공유기 이름을 다시 확인시킨다.</a:t>
            </a:r>
          </a:p>
          <a:p/>
          <a:p>
            <a:r>
              <a:t>여기서 첫 번째 실수가 나옵니다. 대소문자와 띄어쓰기요. 사람 눈에는 비슷해 보여도 보드는 한 글자만 달라도 못 찾습니다. 그대로 옮겨 적으세요.</a:t>
            </a:r>
          </a:p>
          <a:p/>
          <a:p>
            <a:r>
              <a:t>오른쪽. 비밀번호입니다. 이건 코드 안에 글자 그대로 적을 겁니다.</a:t>
            </a:r>
          </a:p>
          <a:p/>
          <a:p>
            <a:r>
              <a:t>[발문] 코드에 비밀번호를 적어 두면 어떤 문제가 생길 수 있을까요?</a:t>
            </a:r>
          </a:p>
          <a:p/>
          <a:p>
            <a:r>
              <a:t>파일을 남에게 보내거나 제출하면 비밀번호도 같이 갑니다. 뒤에 주의사항에서 다시 이야기하겠습니다.</a:t>
            </a:r>
          </a:p>
          <a:p/>
          <a:p>
            <a:r>
              <a:t>[지시] 아래 붉은 박스를 강조한다. 오늘 실습 실패의 큰 원인이다.</a:t>
            </a:r>
          </a:p>
          <a:p/>
          <a:p>
            <a:r>
              <a:t>그리고 오늘 가장 중요한 제약이 아래에 있습니다. 이 보드는 2.4기가헤르츠만 됩니다.</a:t>
            </a:r>
          </a:p>
          <a:p/>
          <a:p>
            <a:r>
              <a:t>요즘 공유기는 이름이 두 개씩 뜨죠. 그냥 이름 하나, 그리고 뒤에 5G가 붙은 이름 하나. 뒤에 5G가 붙은 건 5기가헤르츠 전용이라 이 보드로는 연결이 안 됩니다.</a:t>
            </a:r>
          </a:p>
          <a:p/>
          <a:p>
            <a:r>
              <a:t>[발문] 그럼 어느 쪽을 골라야 할까요?</a:t>
            </a:r>
          </a:p>
          <a:p/>
          <a:p>
            <a:r>
              <a:t>5G가 안 붙은 쪽입니다. 아무리 코드를 잘 써도 5G에 붙이려고 하면 절대 연결되지 않아요.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연결은 세 단계로 이루어집니다</a:t>
            </a:r>
          </a:p>
          <a:p/>
          <a:p>
            <a:r>
              <a:t>코드를 보기 전에 순서부터 잡고 가겠습니다. 세 단계입니다.</a:t>
            </a:r>
          </a:p>
          <a:p/>
          <a:p>
            <a:r>
              <a:t>1번, 무선을 켭니다. active(True). 무선 칩에 전원을 넣는 겁니다. 여러분 휴대폰에서 Wi-Fi 스위치를 켜는 것과 같아요.</a:t>
            </a:r>
          </a:p>
          <a:p/>
          <a:p>
            <a:r>
              <a:t>2번, 접속을 요청합니다. connect에 이름과 비밀번호를 넣어서요.</a:t>
            </a:r>
          </a:p>
          <a:p/>
          <a:p>
            <a:r>
              <a:t>[발문] 휴대폰에서 Wi-Fi 비밀번호 입력하고 확인 누르면 바로 연결되나요?</a:t>
            </a:r>
          </a:p>
          <a:p/>
          <a:p>
            <a:r>
              <a:t>아니죠. 몇 초 동안 "연결 중"이라고 뜹니다. 보드도 똑같습니다.</a:t>
            </a:r>
          </a:p>
          <a:p/>
          <a:p>
            <a:r>
              <a:t>3번, 그래서 확인이 필요합니다. isconnected를 물어보면 참이나 거짓으로 답해 줍니다.</a:t>
            </a:r>
          </a:p>
          <a:p/>
          <a:p>
            <a:r>
              <a:t>[지시] 아래 붉은 박스를 짚는다. 이 실수가 오늘 수업의 핵심이다.</a:t>
            </a:r>
          </a:p>
          <a:p/>
          <a:p>
            <a:r>
              <a:t>여기서 가장 많이 하는 실수가 3번을 빼먹는 겁니다. 요청만 해 놓고 바로 주소를 물어보는 거예요. 그러면 아직 주소를 못 받은 상태라 이상한 값이 나옵니다.</a:t>
            </a:r>
          </a:p>
          <a:p/>
          <a:p>
            <a:r>
              <a:t>다음 슬라이드에서 그 코드를 직접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공유기에 접속하기</a:t>
            </a:r>
          </a:p>
          <a:p/>
          <a:p>
            <a:r>
              <a:t>코드를 봅시다. 열여섯 줄인데 절반은 이미 아는 것들입니다.</a:t>
            </a:r>
          </a:p>
          <a:p/>
          <a:p>
            <a:r>
              <a:t>1행. import network. 새 모듈입니다. 지금까지 machine에서 Pin, PWM, ADC를 가져왔죠. 무선은 network에 들어 있습니다.</a:t>
            </a:r>
          </a:p>
          <a:p/>
          <a:p>
            <a:r>
              <a:t>4행과 5행. 공유기 이름과 비밀번호입니다. 여러분 것으로 바꿔 적으세요.</a:t>
            </a:r>
          </a:p>
          <a:p/>
          <a:p>
            <a:r>
              <a:t>[지시] 칠판의 학교 공유기 이름과 비밀번호를 다시 짚는다. 따옴표 안에 정확히 적게 한다.</a:t>
            </a:r>
          </a:p>
          <a:p/>
          <a:p>
            <a:r>
              <a:t>[발문] 왜 이걸 맨 위에 따로 적어 뒀을까요?</a:t>
            </a:r>
          </a:p>
          <a:p/>
          <a:p>
            <a:r>
              <a:t>나중에 다른 곳에 가서 다른 공유기를 쓸 때 이 두 줄만 고치면 되니까요. 코드 여기저기에 흩어져 있으면 찾기 힘듭니다.</a:t>
            </a:r>
          </a:p>
          <a:p/>
          <a:p>
            <a:r>
              <a:t>7행. wlan이라는 이름을 만듭니다. STA_IF는 스테이션 모드, 그러니까 공유기에 붙는 쪽이라는 뜻이에요.</a:t>
            </a:r>
          </a:p>
          <a:p/>
          <a:p>
            <a:r>
              <a:t>8행에서 켜고, 9행에서 요청합니다. 앞에서 본 1번, 2번입니다.</a:t>
            </a:r>
          </a:p>
          <a:p/>
          <a:p>
            <a:r>
              <a:t>11행부터 13행이 3번, 기다리기입니다.</a:t>
            </a:r>
          </a:p>
          <a:p/>
          <a:p>
            <a:r>
              <a:t>[발문] while not wlan.isconnected() 는 무슨 뜻일까요?</a:t>
            </a:r>
          </a:p>
          <a:p/>
          <a:p>
            <a:r>
              <a:t>"연결되지 않은 동안"입니다. not은 반대로 뒤집는 말이에요. 연결이 안 된 동안 계속 1초씩 기다리고, 연결되는 순간 이 반복이 끝납니다.</a:t>
            </a:r>
          </a:p>
          <a:p/>
          <a:p>
            <a:r>
              <a:t>16행. 받은 주소를 찍습니다. ifconfig 뒤에 대괄호 0은 네 개 값 중 첫 번째만 꺼내라는 뜻인데, 다음 슬라이드에서 자세히 봅니다.</a:t>
            </a:r>
          </a:p>
          <a:p/>
          <a:p>
            <a:r>
              <a:t>[활동] 다 같이 실행한다. 연결에 5초 이상 걸릴 수 있으니 기다리게 한다. 순회하며 오타를 잡아 준다.</a:t>
            </a:r>
          </a:p>
          <a:p/>
          <a:p>
            <a:r>
              <a:t>실행해 보세요. "연결 중"이 몇 번 찍히다가 숫자가 나오면 성공입니다.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기다리는 코드가 없으면 이렇게 됩니다</a:t>
            </a:r>
          </a:p>
          <a:p/>
          <a:p>
            <a:r>
              <a:t>앞에서 3번을 빼먹으면 안 된다고 했죠. 실제로 어떻게 되는지 보겠습니다.</a:t>
            </a:r>
          </a:p>
          <a:p/>
          <a:p>
            <a:r>
              <a:t>왼쪽. 요청하자마자 주소를 찍었습니다. 결과가 0.0.0.0이에요.</a:t>
            </a:r>
          </a:p>
          <a:p/>
          <a:p>
            <a:r>
              <a:t>[발문] 0.0.0.0은 무슨 뜻일까요?</a:t>
            </a:r>
          </a:p>
          <a:p/>
          <a:p>
            <a:r>
              <a:t>주소가 없다는 뜻입니다. 아직 못 받은 거예요. 오류가 나지 않으니까 더 헷갈립니다. 그냥 이상한 값이 조용히 나옵니다.</a:t>
            </a:r>
          </a:p>
          <a:p/>
          <a:p>
            <a:r>
              <a:t>오른쪽. 기다리는 반복문을 넣으면 제대로 된 주소가 나옵니다.</a:t>
            </a:r>
          </a:p>
          <a:p/>
          <a:p>
            <a:r>
              <a:t>아래 카드 세 장이 이유입니다.</a:t>
            </a:r>
          </a:p>
          <a:p/>
          <a:p>
            <a:r>
              <a:t>첫째, 접속에는 시간이 걸립니다. 보통 2초에서 5초요. 학교처럼 기기가 많으면 더 걸릴 수도 있습니다.</a:t>
            </a:r>
          </a:p>
          <a:p/>
          <a:p>
            <a:r>
              <a:t>둘째, connect는 요청만 합니다. 우체통에 편지를 넣는 것과 같아요. 넣고 나서 답장이 올 때까지 우체통 앞에 서 있지는 않죠.</a:t>
            </a:r>
          </a:p>
          <a:p/>
          <a:p>
            <a:r>
              <a:t>셋째, not 이야기입니다. 처음 나오는 말이에요.</a:t>
            </a:r>
          </a:p>
          <a:p/>
          <a:p>
            <a:r>
              <a:t>[발문] isconnected가 참이면 not을 붙이면 뭐가 되죠?</a:t>
            </a:r>
          </a:p>
          <a:p/>
          <a:p>
            <a:r>
              <a:t>거짓이 됩니다. while은 조건이 참인 동안 도니까, 연결되는 순간 거짓이 되면서 반복이 끝나요. 자연스럽게 다음 줄로 넘어갑니다.</a:t>
            </a:r>
          </a:p>
          <a:p/>
          <a:p>
            <a:r>
              <a:t>[활동] 왼쪽 코드를 일부러 한 번 실행시켜 0.0.0.0을 직접 보게 한다. 실패를 눈으로 본 학생이 나중에 스스로 고친다.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ifconfig()가 알려 주는 네 가지</a:t>
            </a:r>
          </a:p>
          <a:p/>
          <a:p>
            <a:r>
              <a:t>아까 대괄호 0을 붙였죠. 대괄호를 떼고 그냥 ifconfig()를 찍으면 값이 네 개 나옵니다. 하나씩 보겠습니다.</a:t>
            </a:r>
          </a:p>
          <a:p/>
          <a:p>
            <a:r>
              <a:t>첫 줄. IP 주소. 공유기가 우리 보드에게 준 주소입니다. 오늘 우리가 받으려던 게 이겁니다.</a:t>
            </a:r>
          </a:p>
          <a:p/>
          <a:p>
            <a:r>
              <a:t>[지시] 각자 화면에 나온 자기 주소를 확인하게 한다. 조마다 숫자가 다르다는 것을 짚는다.</a:t>
            </a:r>
          </a:p>
          <a:p/>
          <a:p>
            <a:r>
              <a:t>[발문] 옆 사람 주소와 비교해 보세요. 같나요, 다른가요?</a:t>
            </a:r>
          </a:p>
          <a:p/>
          <a:p>
            <a:r>
              <a:t>앞의 세 덩어리는 같고 마지막 숫자만 다를 겁니다. 같은 공유기에 붙어 있으니까 같은 동네고, 호수만 다른 거예요.</a:t>
            </a:r>
          </a:p>
          <a:p/>
          <a:p>
            <a:r>
              <a:t>둘째, 서브넷 마스크. 어디까지가 같은 동네인지 정해 주는 값입니다. 오늘은 이 정도만 알고 넘어갑니다.</a:t>
            </a:r>
          </a:p>
          <a:p/>
          <a:p>
            <a:r>
              <a:t>셋째, 게이트웨이. 바깥으로 나가는 문입니다. 보통 공유기 자신의 주소예요. 끝자리가 1인 걸 보세요.</a:t>
            </a:r>
          </a:p>
          <a:p/>
          <a:p>
            <a:r>
              <a:t>넷째, DNS 서버. 사람이 쓰는 이름을 숫자 주소로 바꿔 주는 곳입니다. 우리가 주소창에 글자를 쳐도 인터넷이 되는 이유가 여기 있습니다.</a:t>
            </a:r>
          </a:p>
          <a:p/>
          <a:p>
            <a:r>
              <a:t>[지시] 아래 회색 박스를 짚으며 마무리한다.</a:t>
            </a:r>
          </a:p>
          <a:p/>
          <a:p>
            <a:r>
              <a:t>오늘 실제로 쓸 건 첫 번째 하나입니다. 이 숫자를 각자 노트에 적어 두세요. 다음 시간에 그대로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연결을 함수로 묶기</a:t>
            </a:r>
          </a:p>
          <a:p/>
          <a:p>
            <a:r>
              <a:t>이제 익숙한 작업입니다. 6차시에 set_color를 만들었고, 10차시에 motor를 만들었죠. 오늘은 connect_wifi입니다.</a:t>
            </a:r>
          </a:p>
          <a:p/>
          <a:p>
            <a:r>
              <a:t>안을 보면 새로운 건 없습니다. 방금 쓴 코드를 그대로 def 안에 넣었을 뿐이에요.</a:t>
            </a:r>
          </a:p>
          <a:p/>
          <a:p>
            <a:r>
              <a:t>[지시] 두 번째 줄부터 여덟 번째 줄까지 들여쓰기가 되어 있음을 짚는다.</a:t>
            </a:r>
          </a:p>
          <a:p/>
          <a:p>
            <a:r>
              <a:t>다만 오늘 처음 나오는 게 하나 있습니다. 맨 아래 return입니다.</a:t>
            </a:r>
          </a:p>
          <a:p/>
          <a:p>
            <a:r>
              <a:t>[발문] set_color는 왜 return이 없었을까요?</a:t>
            </a:r>
          </a:p>
          <a:p/>
          <a:p>
            <a:r>
              <a:t>색을 켜고 끝이었으니까요. 밖으로 돌려줄 게 없었습니다. 그런데 이번엔 다릅니다. wlan을 나중에 또 써야 해요. 주소를 물어볼 때도, 신호 세기를 잴 때도 wlan이 필요합니다.</a:t>
            </a:r>
          </a:p>
          <a:p/>
          <a:p>
            <a:r>
              <a:t>그래서 함수가 만든 wlan을 밖으로 돌려줍니다. 그게 return입니다.</a:t>
            </a:r>
          </a:p>
          <a:p/>
          <a:p>
            <a:r>
              <a:t>맨 아랫줄을 보세요. wlan = connect_wifi(SSID, PW). 함수가 돌려준 값을 밖에서 wlan이라는 이름으로 받는 겁니다.</a:t>
            </a:r>
          </a:p>
          <a:p/>
          <a:p>
            <a:r>
              <a:t>[발문] 이 한 줄이 끝나면 연결은 어떤 상태일까요?</a:t>
            </a:r>
          </a:p>
          <a:p/>
          <a:p>
            <a:r>
              <a:t>이미 끝난 상태입니다. 기다리는 반복문이 함수 안에 들어 있으니까요. 이 줄이 끝났다는 건 주소를 받았다는 뜻입니다.</a:t>
            </a:r>
          </a:p>
          <a:p/>
          <a:p>
            <a:r>
              <a:t>[지시] 아래 박스를 짚으며 다음 차시와 연결한다.</a:t>
            </a:r>
          </a:p>
          <a:p/>
          <a:p>
            <a:r>
              <a:t>앞으로 무선을 쓰는 프로그램은 전부 이 한 줄로 시작합니다. 다음 시간 웹 서버도 마찬가지예요.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연결이 안 될 때는 숫자를 물어봅니다</a:t>
            </a:r>
          </a:p>
          <a:p/>
          <a:p>
            <a:r>
              <a:t>연결이 안 되면 "연결 중"만 계속 찍힙니다. 화면만 봐서는 왜 안 되는지 알 수가 없어요.</a:t>
            </a:r>
          </a:p>
          <a:p/>
          <a:p>
            <a:r>
              <a:t>그때 쓰는 게 status입니다. print(wlan.status()) 한 줄이면 숫자가 하나 나옵니다.</a:t>
            </a:r>
          </a:p>
          <a:p/>
          <a:p>
            <a:r>
              <a:t>[지시] 표를 위에서부터 짚는다.</a:t>
            </a:r>
          </a:p>
          <a:p/>
          <a:p>
            <a:r>
              <a:t>3이면 성공입니다. 주소까지 받은 상태예요.</a:t>
            </a:r>
          </a:p>
          <a:p/>
          <a:p>
            <a:r>
              <a:t>1이면 아직 시도 중입니다. 조금 더 기다려 보면 됩니다.</a:t>
            </a:r>
          </a:p>
          <a:p/>
          <a:p>
            <a:r>
              <a:t>여기부터가 중요합니다. 음수는 전부 실패예요.</a:t>
            </a:r>
          </a:p>
          <a:p/>
          <a:p>
            <a:r>
              <a:t>-1은 접속 실패. 신호가 약하거나 공유기가 바쁠 때 나옵니다. 다시 해 보면 되는 경우가 많습니다.</a:t>
            </a:r>
          </a:p>
          <a:p/>
          <a:p>
            <a:r>
              <a:t>-2는 그 이름의 공유기를 못 찾았다는 뜻입니다.</a:t>
            </a:r>
          </a:p>
          <a:p/>
          <a:p>
            <a:r>
              <a:t>[발문] -2가 나오면 뭘 확인해야 할까요?</a:t>
            </a:r>
          </a:p>
          <a:p/>
          <a:p>
            <a:r>
              <a:t>이름이죠. 오타가 있거나, 대소문자가 다르거나, 아니면 5G가 붙은 이름을 적었을 수도 있습니다.</a:t>
            </a:r>
          </a:p>
          <a:p/>
          <a:p>
            <a:r>
              <a:t>-3은 비밀번호가 틀린 겁니다. 이름은 찾았는데 문을 못 연 거예요.</a:t>
            </a:r>
          </a:p>
          <a:p/>
          <a:p>
            <a:r>
              <a:t>[지시] 맨 아래 문장을 강조한다. 이번 차시의 진단 기준이다.</a:t>
            </a:r>
          </a:p>
          <a:p/>
          <a:p>
            <a:r>
              <a:t>정리하면 이렇습니다. 음수면 실패, -2는 이름, -3은 비밀번호.</a:t>
            </a:r>
          </a:p>
          <a:p/>
          <a:p>
            <a:r>
              <a:t>8차시에는 scan()이 먼저 볼 곳이었고, 10차시에는 GND였죠. 오늘은 status()입니다. 차시마다 먼저 확인할 곳이 하나씩 정해져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인터넷에서 현재 시각 받아 오기</a:t>
            </a:r>
          </a:p>
          <a:p/>
          <a:p>
            <a:r>
              <a:t>연결까지 됐으니 이제 바깥에서 뭔가를 가져와 봅시다. 가장 간단한 것이 시각입니다.</a:t>
            </a:r>
          </a:p>
          <a:p/>
          <a:p>
            <a:r>
              <a:t>1행. ntptime. 인터넷에는 정확한 시각을 알려 주는 서버들이 있습니다. 거기서 받아 오는 도구예요.</a:t>
            </a:r>
          </a:p>
          <a:p/>
          <a:p>
            <a:r>
              <a:t>4행. 방금 만든 함수로 연결합니다. 이 줄이 끝나면 연결이 끝난 상태죠.</a:t>
            </a:r>
          </a:p>
          <a:p/>
          <a:p>
            <a:r>
              <a:t>6행. settime. 이 한 줄이 실행되면 보드가 지금 몇 시인지 알게 됩니다.</a:t>
            </a:r>
          </a:p>
          <a:p/>
          <a:p>
            <a:r>
              <a:t>[발문] 그런데 왜 인터넷에서 시각을 받아 와야 할까요? 보드가 시계를 갖고 있으면 되잖아요.</a:t>
            </a:r>
          </a:p>
          <a:p/>
          <a:p>
            <a:r>
              <a:t>이 보드에는 시계용 배터리가 없습니다. 전원을 뽑으면 시각을 잊어버려요. 켤 때마다 다시 받아 와야 합니다. 여러분 컴퓨터도 사실 같은 일을 조용히 하고 있습니다.</a:t>
            </a:r>
          </a:p>
          <a:p/>
          <a:p>
            <a:r>
              <a:t>8행이 오늘의 함정입니다. 9 곱하기 3600을 더했죠.</a:t>
            </a:r>
          </a:p>
          <a:p/>
          <a:p>
            <a:r>
              <a:t>[발문] 9시간을 왜 더할까요?</a:t>
            </a:r>
          </a:p>
          <a:p/>
          <a:p>
            <a:r>
              <a:t>받아 온 시각이 세계 표준시라서 그렇습니다. 영국 기준이에요. 한국은 그보다 9시간 빠릅니다. 3600은 한 시간이 몇 초인지고요.</a:t>
            </a:r>
          </a:p>
          <a:p/>
          <a:p>
            <a:r>
              <a:t>[지시] 실행시켜 시각이 맞는지 확인시킨다. 9를 빼고 실행해 9시간 차이를 눈으로 보게 해도 좋다.</a:t>
            </a:r>
          </a:p>
          <a:p/>
          <a:p>
            <a:r>
              <a:t>10행, 11행. t 안에는 연, 월, 일, 시, 분, 초가 순서대로 들어 있습니다. 대괄호 0이 연도, 3이 시입니다.</a:t>
            </a:r>
          </a:p>
          <a:p/>
          <a:p>
            <a:r>
              <a:t>[마무리] 시각을 받아 왔다는 건, 인터넷에서 무엇이든 받아 올 수 있다는 뜻입니다. 날씨나 환율도 원리는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무선을 쓸 때</a:t>
            </a:r>
          </a:p>
          <a:p/>
          <a:p>
            <a:r>
              <a:t>[지시] 화면이 어두워지므로 주의가 모인다. 여기서 한 번 멈춘다.</a:t>
            </a:r>
          </a:p>
          <a:p/>
          <a:p>
            <a:r>
              <a:t>오늘은 감전이나 부품 손상 이야기가 아닙니다. 정보와 환경 이야기예요.</a:t>
            </a:r>
          </a:p>
          <a:p/>
          <a:p>
            <a:r>
              <a:t>오른쪽 빨간 쪽부터 보겠습니다.</a:t>
            </a:r>
          </a:p>
          <a:p/>
          <a:p>
            <a:r>
              <a:t>첫째, 5G가 붙은 이름. 아까 말씀드렸죠. 아무리 기다려도 연결되지 않습니다.</a:t>
            </a:r>
          </a:p>
          <a:p/>
          <a:p>
            <a:r>
              <a:t>둘째가 오늘 가장 중요한 겁니다. 비밀번호가 적힌 파일을 그대로 넘기는 것.</a:t>
            </a:r>
          </a:p>
          <a:p/>
          <a:p>
            <a:r>
              <a:t>[발문] 여러분 코드 4행, 5행에 뭐가 적혀 있죠?</a:t>
            </a:r>
          </a:p>
          <a:p/>
          <a:p>
            <a:r>
              <a:t>공유기 이름과 비밀번호입니다. 그 파일을 친구에게 보내거나 인터넷에 올리면 비밀번호도 같이 갑니다. 실제로 이런 식으로 새는 경우가 아주 많습니다.</a:t>
            </a:r>
          </a:p>
          <a:p/>
          <a:p>
            <a:r>
              <a:t>과제로 제출할 때는 비밀번호 자리를 지우거나 가짜 값으로 바꿔 두세요.</a:t>
            </a:r>
          </a:p>
          <a:p/>
          <a:p>
            <a:r>
              <a:t>셋째, 카페나 공항처럼 로그인 화면이 뜨는 Wi-Fi. 사람은 화면에서 동의 버튼을 누를 수 있지만 보드는 못 누릅니다. 연결된 것처럼 보여도 인터넷은 안 됩니다.</a:t>
            </a:r>
          </a:p>
          <a:p/>
          <a:p>
            <a:r>
              <a:t>넷째, 안테나입니다. 1차시에 이야기했죠. 보드 끝 금색 지그재그 무늬. 거기를 손으로 덮거나 금속 위에 올리면 신호가 약해집니다.</a:t>
            </a:r>
          </a:p>
          <a:p/>
          <a:p>
            <a:r>
              <a:t>왼쪽 초록 쪽은 그 반대로 하면 됩니다.</a:t>
            </a:r>
          </a:p>
          <a:p/>
          <a:p>
            <a:r>
              <a:t>[지시] 실습 전에 각자 보드가 금속이나 노트북 몸체 위에 눌려 있지 않은지 확인시킨다.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실습 — 연결하고, 눈에 보이게 만들기</a:t>
            </a:r>
          </a:p>
          <a:p/>
          <a:p>
            <a:r>
              <a:t>세 가지입니다. 첫째는 다 같이, 나머지는 되는 만큼 해 봅시다.</a:t>
            </a:r>
          </a:p>
          <a:p/>
          <a:p>
            <a:r>
              <a:t>첫째, 연결되면 LED 켜기. 2차시에 쓴 내장 LED입니다. Pin에 따옴표 LED라고 적는 그거요.</a:t>
            </a:r>
          </a:p>
          <a:p/>
          <a:p>
            <a:r>
              <a:t>[발문] led.on()을 connect_wifi 앞에 두면 어떻게 될까요?</a:t>
            </a:r>
          </a:p>
          <a:p/>
          <a:p>
            <a:r>
              <a:t>연결도 되기 전에 켜지겠죠. 그러면 아무 의미가 없습니다. 반드시 뒤에 두세요.</a:t>
            </a:r>
          </a:p>
          <a:p/>
          <a:p>
            <a:r>
              <a:t>이렇게 해 두면 노트북 화면을 안 봐도 됩니다. LED가 켜지면 연결된 겁니다. 나중에 보드만 어디 놓고 쓸 때 아주 유용해요.</a:t>
            </a:r>
          </a:p>
          <a:p/>
          <a:p>
            <a:r>
              <a:t>둘째, 신호 세기. rssi라고 합니다. 음수로 나오는데 0에 가까울수록 강합니다.</a:t>
            </a:r>
          </a:p>
          <a:p/>
          <a:p>
            <a:r>
              <a:t>[활동] 안테나를 손으로 감싸 보게 하고 값의 변화를 읽게 한다. 창가와 복도 쪽 조의 값을 비교해도 좋다.</a:t>
            </a:r>
          </a:p>
          <a:p/>
          <a:p>
            <a:r>
              <a:t>셋째는 도전입니다. 아까 받은 시각을 1초마다 찍는 겁니다. 3차시에 LED 깜빡일 때 쓴 while True와 똑같은 구조예요.</a:t>
            </a:r>
          </a:p>
          <a:p/>
          <a:p>
            <a:r>
              <a:t>[지시] 5분 실습. 순회한다. 첫째까지만 해도 충분하다고 안내한다. 연결이 안 되는 조는 status()부터 찍게 한다.</a:t>
            </a:r>
          </a:p>
          <a:p/>
          <a:p>
            <a:r>
              <a:t>[발문] 셋째 코드에서 32400은 어디서 나온 숫자일까요?</a:t>
            </a:r>
          </a:p>
          <a:p/>
          <a:p>
            <a:r>
              <a:t>9 곱하기 3600입니다. 미리 계산해서 적어 둔 거예요. 아래 주석에 적어 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연결이 안 될 때</a:t>
            </a:r>
          </a:p>
          <a:p/>
          <a:p>
            <a:r>
              <a:t>오늘 문제는 거의 두 가지입니다. 이름과 비밀번호.</a:t>
            </a:r>
          </a:p>
          <a:p/>
          <a:p>
            <a:r>
              <a:t>1위와 2위가 같은 증상입니다. "연결 중"만 계속 나와요. 화면만 봐서는 구분이 안 됩니다.</a:t>
            </a:r>
          </a:p>
          <a:p/>
          <a:p>
            <a:r>
              <a:t>[발문] 그럼 어떻게 구분하죠?</a:t>
            </a:r>
          </a:p>
          <a:p/>
          <a:p>
            <a:r>
              <a:t>status()를 찍으면 됩니다. -2면 이름을 못 찾은 거고, -3이면 비밀번호가 틀린 겁니다.</a:t>
            </a:r>
          </a:p>
          <a:p/>
          <a:p>
            <a:r>
              <a:t>3위. 주소가 0.0.0.0으로 나오는 경우. 아까 봤죠. 기다리지 않고 출력한 겁니다. 반복문을 넣으세요.</a:t>
            </a:r>
          </a:p>
          <a:p/>
          <a:p>
            <a:r>
              <a:t>4위. 연결은 되는데 자꾸 끊기는 경우. 신호 문제입니다. 안테나를 덮고 있지 않은지, 보드가 금속 위에 있지 않은지 보세요.</a:t>
            </a:r>
          </a:p>
          <a:p/>
          <a:p>
            <a:r>
              <a:t>5위. ntptime에서 오류가 나는 경우. 연결이 끝나기 전에 시각을 요청한 겁니다. 순서를 바꾸세요.</a:t>
            </a:r>
          </a:p>
          <a:p/>
          <a:p>
            <a:r>
              <a:t>[지시] 맨 아래 줄을 강조한다.</a:t>
            </a:r>
          </a:p>
          <a:p/>
          <a:p>
            <a:r>
              <a:t>정리하면, 코드를 의심하기 전에 status()부터 찍으세요. 숫자 하나면 어디를 고쳐야 할지 바로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세 문장입니다.</a:t>
            </a:r>
          </a:p>
          <a:p/>
          <a:p>
            <a:r>
              <a:t>첫째, 선을 끊었습니다. USB는 이제 전원 공급과 코드 전송용일 뿐이에요. 값이 오가는 길이 하나 더 생겼습니다.</a:t>
            </a:r>
          </a:p>
          <a:p/>
          <a:p>
            <a:r>
              <a:t>둘째, 주소를 받았습니다. 각자 받은 주소 노트에 적어 두셨죠? 다음 시간에 씁니다.</a:t>
            </a:r>
          </a:p>
          <a:p/>
          <a:p>
            <a:r>
              <a:t>셋째, 바깥에서 값을 가져왔습니다. 현재 시각이요. 우리 보드가 처음으로 인터넷에서 뭔가를 받아 온 겁니다.</a:t>
            </a:r>
          </a:p>
          <a:p/>
          <a:p>
            <a:r>
              <a:t>[발문] 1차시에 임베디드 시스템은 입력, 처리, 출력의 반복이라고 했죠. 오늘 뭐가 하나 더 붙었을까요?</a:t>
            </a:r>
          </a:p>
          <a:p/>
          <a:p>
            <a:r>
              <a:t>통신입니다. 1차시 그림에 그렇게 그려 놨었죠. 오늘 그 칸이 채워졌습니다.</a:t>
            </a:r>
          </a:p>
          <a:p/>
          <a:p>
            <a:r>
              <a:t>[지시] 하단 붉은 박스를 짚으며 마무리한다.</a:t>
            </a:r>
          </a:p>
          <a:p/>
          <a:p>
            <a:r>
              <a:t>오늘 딱 하나. 연결은 요청이 아니라 주소를 받아야 끝난다.</a:t>
            </a:r>
          </a:p>
          <a:p/>
          <a:p>
            <a:r>
              <a:t>[마무리] 각자 받은 IP 주소를 노트나 휴대폰에 적어 두게 한다. 다음 시간 첫 활동에서 바로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다음 시간 — 휴대폰으로 보드 조종하기</a:t>
            </a:r>
          </a:p>
          <a:p/>
          <a:p>
            <a:r>
              <a:t>드디어 마지막 차시입니다.</a:t>
            </a:r>
          </a:p>
          <a:p/>
          <a:p>
            <a:r>
              <a:t>오늘 우리는 주소를 받았습니다. 그런데 주소만 있고 아무도 찾아오지 않으면 소용이 없죠.</a:t>
            </a:r>
          </a:p>
          <a:p/>
          <a:p>
            <a:r>
              <a:t>다음 시간에는 보드 안에서 웹 서버를 돌립니다. 보드가 누군가 찾아오기를 기다리는 프로그램이에요. 작은 웹사이트가 이 손바닥만 한 보드 안에서 돌아갑니다.</a:t>
            </a:r>
          </a:p>
          <a:p/>
          <a:p>
            <a:r>
              <a:t>[발문] 그 웹사이트에 어떻게 들어갈까요?</a:t>
            </a:r>
          </a:p>
          <a:p/>
          <a:p>
            <a:r>
              <a:t>오늘 받은 IP 주소를 휴대폰 주소창에 적으면 됩니다. 그러면 보드가 만든 화면이 뜹니다.</a:t>
            </a:r>
          </a:p>
          <a:p/>
          <a:p>
            <a:r>
              <a:t>그 화면에 버튼을 만들 거예요. 누르면 LED가 켜지고, 모터가 돕니다. 여러분 휴대폰이 리모컨이 되는 겁니다.</a:t>
            </a:r>
          </a:p>
          <a:p/>
          <a:p>
            <a:r>
              <a:t>[지시] 1차시 16번 슬라이드의 흐름도를 언급한다.</a:t>
            </a:r>
          </a:p>
          <a:p/>
          <a:p>
            <a:r>
              <a:t>1차시에 그림 하나 보여 드렸죠. 센서, 피코, 와이파이, 웹 서버, 스마트폰. 다음 시간에 그 마지막 칸이 채워집니다.</a:t>
            </a:r>
          </a:p>
          <a:p/>
          <a:p>
            <a:r>
              <a:t>[마무리] 준비물 공지 — 새 부품은 없습니다. 다만 휴대폰을 학교 공유기에 미리 연결해 오세요. 보드와 휴대폰이 같은 공유기에 있어야 서로 찾을 수 있습니다.</a:t>
            </a:r>
          </a:p>
          <a:p/>
          <a:p>
            <a:r>
              <a:t>그리고 오늘 받은 IP 주소, 꼭 적어 오세요.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</a:rPr>
              <a:t>임베디드 랩  ·  11차시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</a:rPr>
              <a:t>Wi-Fi에 연결하고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</a:rPr>
              <a:t>인터넷과 이어지기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</a:rPr>
              <a:t>드디어 보드 이름 끝의 W를 씁니다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</a:rPr>
              <a:t>network  ·  STA_IF  ·  connect()  ·  IP 주소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4028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3591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</a:rPr>
              <a:t>WIRELESS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2127" y="2724912"/>
            <a:ext cx="1143000" cy="566928"/>
          </a:xfrm>
          <a:prstGeom prst="roundRect">
            <a:avLst>
              <a:gd name="adj" fmla="val 12000"/>
            </a:avLst>
          </a:prstGeom>
          <a:solidFill>
            <a:srgbClr val="23272B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82127" y="2724912"/>
            <a:ext cx="11430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F0A9AE"/>
                </a:solidFill>
                <a:latin typeface="Consolas"/>
              </a:rPr>
              <a:t>PICO 2 W</a:t>
            </a:r>
          </a:p>
        </p:txBody>
      </p:sp>
      <p:sp>
        <p:nvSpPr>
          <p:cNvPr id="11" name="Chevron 10"/>
          <p:cNvSpPr/>
          <p:nvPr/>
        </p:nvSpPr>
        <p:spPr>
          <a:xfrm>
            <a:off x="9125712" y="2889504"/>
            <a:ext cx="155448" cy="256032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9326880" y="2889504"/>
            <a:ext cx="155448" cy="256032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9528048" y="2889504"/>
            <a:ext cx="155448" cy="256032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02368" y="2724912"/>
            <a:ext cx="1234440" cy="566928"/>
          </a:xfrm>
          <a:prstGeom prst="roundRect">
            <a:avLst>
              <a:gd name="adj" fmla="val 12000"/>
            </a:avLst>
          </a:prstGeom>
          <a:solidFill>
            <a:srgbClr val="23272B"/>
          </a:solidFill>
          <a:ln w="1270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02368" y="2724912"/>
            <a:ext cx="123444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A9B0B8"/>
                </a:solidFill>
                <a:latin typeface="Consolas"/>
              </a:rPr>
              <a:t>ROUTER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96728" y="3291840"/>
            <a:ext cx="36576" cy="201168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02368" y="3493008"/>
            <a:ext cx="1234440" cy="384048"/>
          </a:xfrm>
          <a:prstGeom prst="roundRect">
            <a:avLst>
              <a:gd name="adj" fmla="val 14000"/>
            </a:avLst>
          </a:prstGeom>
          <a:solidFill>
            <a:srgbClr val="23272B"/>
          </a:solidFill>
          <a:ln w="9525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02368" y="3493008"/>
            <a:ext cx="1234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>
                <a:solidFill>
                  <a:srgbClr val="7A828A"/>
                </a:solidFill>
                <a:latin typeface="Consolas"/>
              </a:rPr>
              <a:t>INTERNET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7" y="3474720"/>
            <a:ext cx="14630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FD3E8"/>
                </a:solidFill>
                <a:latin typeface="Consolas"/>
              </a:rPr>
              <a:t>192.168.0.14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무선을 켜고 공유기에 접속한다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network 모듈로 Wi-Fi를 켜고 이름과 비밀번호로 접속한다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연결될 때까지 기다린다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접속은 즉시 끝나지 않는다는 것을 알고 기다리는 코드를 쓴다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IP 주소를 확인한다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공유기가 배정해 준 주소를 읽고 그 뜻을 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연결을 함수로 묶는다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6차시 set_color처럼 connect_wifi() 한 줄로 정리한다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인터넷에서 값을 받아 온다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현재 시각을 받아 보드의 시계를 맞춘다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10차시로 출력까지 마쳤습니다. 그런데 그 전부가 USB 케이블 안에 있었습니다.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</a:rPr>
              <a:t>모터 드라이버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L298N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약한 신호로 큰 전류를 켰습니다.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</a:rPr>
              <a:t>전원 두 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USB와 건전지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신호와 힘을 나눠 썼습니다.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</a:rPr>
              <a:t>GND는 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기준점 통일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두 GND를 반드시 이었습니다.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</a:rPr>
              <a:t>입력과 출력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다 이었다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센서 값으로 모터를 돌렸습니다.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85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오늘은 배선이 없습니다.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새 부품도, 건전지도 필요 없습니다. 노트북과 보드, 그리고 공유기 비밀번호만 있으면 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지금까지 우리 보드는 선에 묶여 있었습니다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열 차시 동안 만든 것은 모두 USB 케이블 끝에 매달려 있었습니다.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CA3AF"/>
                </a:solidFill>
                <a:latin typeface="맑은 고딕"/>
              </a:rPr>
              <a:t>지금까지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697480"/>
            <a:ext cx="1463040" cy="530352"/>
          </a:xfrm>
          <a:prstGeom prst="roundRect">
            <a:avLst>
              <a:gd name="adj" fmla="val 12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146304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</a:rPr>
              <a:t>Pico 2 W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944368"/>
            <a:ext cx="1051560" cy="45720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2670048"/>
            <a:ext cx="9144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맑은 고딕"/>
              </a:rPr>
              <a:t>USB 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697480"/>
            <a:ext cx="1463040" cy="530352"/>
          </a:xfrm>
          <a:prstGeom prst="roundRect">
            <a:avLst>
              <a:gd name="adj" fmla="val 12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697480"/>
            <a:ext cx="146304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</a:rPr>
              <a:t>노트북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5204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값은 이 선 안에서만 오갔습니다.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</a:rPr>
              <a:t>오늘부터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97480"/>
            <a:ext cx="137160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697480"/>
            <a:ext cx="137160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</a:rPr>
              <a:t>Pico 2 W</a:t>
            </a:r>
          </a:p>
        </p:txBody>
      </p:sp>
      <p:sp>
        <p:nvSpPr>
          <p:cNvPr id="17" name="Chevron 16"/>
          <p:cNvSpPr/>
          <p:nvPr/>
        </p:nvSpPr>
        <p:spPr>
          <a:xfrm>
            <a:off x="7882127" y="2825496"/>
            <a:ext cx="146304" cy="274320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8065007" y="2825496"/>
            <a:ext cx="146304" cy="274320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evron 18"/>
          <p:cNvSpPr/>
          <p:nvPr/>
        </p:nvSpPr>
        <p:spPr>
          <a:xfrm>
            <a:off x="8247888" y="2825496"/>
            <a:ext cx="146304" cy="274320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22208" y="2697480"/>
            <a:ext cx="1371600" cy="530352"/>
          </a:xfrm>
          <a:prstGeom prst="roundRect">
            <a:avLst>
              <a:gd name="adj" fmla="val 12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2697480"/>
            <a:ext cx="137160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</a:rPr>
              <a:t>공유기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93808" y="2944368"/>
            <a:ext cx="457200" cy="45720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51008" y="2697480"/>
            <a:ext cx="1051560" cy="530352"/>
          </a:xfrm>
          <a:prstGeom prst="roundRect">
            <a:avLst>
              <a:gd name="adj" fmla="val 12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51008" y="2697480"/>
            <a:ext cx="1051560" cy="530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</a:rPr>
              <a:t>바깥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선 없이 값이 바깥으로 나갑니다.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572000"/>
            <a:ext cx="33832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79145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값은 노트북에서만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12064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센서 값을 보려면 USB로 연결된 Thonny 화면이 필요했습니다.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02836" y="4572000"/>
            <a:ext cx="33832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7156" y="479145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크기는 케이블 길이만큼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77156" y="512064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선이 닿는 곳까지가 우리가 만든 장치의 활동 범위였습니다.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4572000"/>
            <a:ext cx="3383280" cy="1325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4791456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혼자서만 동작한다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5120640"/>
            <a:ext cx="2880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다른 기기와 값을 주고받을 방법이 아예 없었습니다.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공유기에 접속한다는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휴대폰이 매일 하는 그 일을, 오늘은 보드가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651760"/>
            <a:ext cx="146304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146304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</a:rPr>
              <a:t>Pico 2 W</a:t>
            </a:r>
          </a:p>
        </p:txBody>
      </p:sp>
      <p:sp>
        <p:nvSpPr>
          <p:cNvPr id="8" name="Chevron 7"/>
          <p:cNvSpPr/>
          <p:nvPr/>
        </p:nvSpPr>
        <p:spPr>
          <a:xfrm>
            <a:off x="2697480" y="2807208"/>
            <a:ext cx="155448" cy="256032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2898648" y="2807208"/>
            <a:ext cx="155448" cy="256032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3099816" y="2807208"/>
            <a:ext cx="155448" cy="256032"/>
          </a:xfrm>
          <a:prstGeom prst="chevron">
            <a:avLst>
              <a:gd name="adj" fmla="val 50000"/>
            </a:avLst>
          </a:prstGeom>
          <a:noFill/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2606040"/>
            <a:ext cx="1645920" cy="658368"/>
          </a:xfrm>
          <a:prstGeom prst="roundRect">
            <a:avLst>
              <a:gd name="adj" fmla="val 10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606040"/>
            <a:ext cx="164592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공유기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916936"/>
            <a:ext cx="594360" cy="45720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0" y="2651760"/>
            <a:ext cx="1371600" cy="566928"/>
          </a:xfrm>
          <a:prstGeom prst="roundRect">
            <a:avLst>
              <a:gd name="adj" fmla="val 12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2651760"/>
            <a:ext cx="137160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</a:rPr>
              <a:t>인터넷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204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보드가 이 줄에 들어가면, 같은 공유기에 붙은 기기끼리 서로 찾아갈 수 있습니다.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487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받게 되는 것 — IP 주소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2816352"/>
            <a:ext cx="36576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2328"/>
                </a:solidFill>
                <a:latin typeface="Consolas"/>
              </a:rPr>
              <a:t>192.168.0.14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31012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집 주소와 같습니다. 주소가 있어야 다른 기기가 우리 보드를 찾아올 수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085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공유기가 중심이다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074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보드도 휴대폰처럼 공유기에 붙습니다. 같은 공유기에 붙은 기기끼리 통합니다.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02836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77156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7156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4356" y="46085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주소는 공유기가 준다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7156" y="5074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접속에 성공하면 공유기가 남는 주소를 하나 골라 보드에게 배정합니다.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94192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51392" y="46085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주소가 있어야 찾아온다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5074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다음 시간에 여러분 휴대폰이 이 주소를 적어 보드에 접속합니다.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WHAT YOU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필요한 것은 이름과 비밀번호 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부품은 없습니다. 대신 이 두 가지를 정확히 알아야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011680"/>
          </a:xfrm>
          <a:prstGeom prst="roundRect">
            <a:avLst>
              <a:gd name="adj" fmla="val 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CA3AF"/>
                </a:solidFill>
                <a:latin typeface="맑은 고딕"/>
              </a:rPr>
              <a:t>공유기 이름  ·  SSID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4203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휴대폰 목록에 뜨는 그 이름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99232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대문자와 소문자, 띄어쓰기까지 똑같이 적어야 합니다. 한 글자만 달라도 공유기를 찾지 못합니다.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285232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</a:rPr>
              <a:t>비밀번호  · 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54203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공유기에 접속하는 비밀번호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999232"/>
            <a:ext cx="4663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맑은 고딕"/>
              </a:rPr>
              <a:t>코드 안에 글자 그대로 적습니다. 그래서 파일을 넘기거나 제출할 때 조심해야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51960"/>
            <a:ext cx="10817352" cy="1417320"/>
          </a:xfrm>
          <a:prstGeom prst="roundRect">
            <a:avLst>
              <a:gd name="adj" fmla="val 4500"/>
            </a:avLst>
          </a:prstGeom>
          <a:solidFill>
            <a:srgbClr val="FDF3F4"/>
          </a:solidFill>
          <a:ln w="190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4805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90011"/>
                </a:solidFill>
                <a:latin typeface="맑은 고딕"/>
              </a:rPr>
              <a:t>Pico 2 W는 2.4GHz 공유기에만 연결됩니다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4632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</a:rPr>
              <a:t>이름 뒤에 5G가 붙은 것은 5GHz 전용입니다. 목록에 그것만 보인다면 공유기 설정에서 2.4GHz를 켜야 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4590288"/>
            <a:ext cx="1874519" cy="411480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590288"/>
            <a:ext cx="1874519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onsolas"/>
              </a:rPr>
              <a:t>MyWiFi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4672584"/>
            <a:ext cx="1645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맑은 고딕"/>
              </a:rPr>
              <a:t>연결 가능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5102352"/>
            <a:ext cx="1874519" cy="4114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5102352"/>
            <a:ext cx="1874519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Consolas"/>
              </a:rPr>
              <a:t>MyWiFi_5G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5184648"/>
            <a:ext cx="16459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90011"/>
                </a:solidFill>
                <a:latin typeface="맑은 고딕"/>
              </a:rPr>
              <a:t>연결 안 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THREE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연결은 세 단계로 이루어집니다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켜고, 요청하고, 기다립니다. 코드도 이 순서 그대로입니다.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무선을 켠다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90672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90672"/>
            <a:ext cx="283464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8FD3E8"/>
                </a:solidFill>
                <a:latin typeface="Consolas"/>
              </a:rPr>
              <a:t>wlan.active(True)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22191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보드 안의 무선 칩에 전원을 넣습니다. 켜야 시작됩니다.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2836" y="1965960"/>
            <a:ext cx="33832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7156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77156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7156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접속을 요청한다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77156" y="3090672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7156" y="3090672"/>
            <a:ext cx="283464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8FD3E8"/>
                </a:solidFill>
                <a:latin typeface="Consolas"/>
              </a:rPr>
              <a:t>wlan.connect(name, pw)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7156" y="3822191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이름과 비밀번호를 공유기에 보냅니다. 요청만 하고 바로 넘어갑니다.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2" y="1965960"/>
            <a:ext cx="3383280" cy="26974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94192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연결을 확인한다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94192" y="3090672"/>
            <a:ext cx="2834640" cy="566928"/>
          </a:xfrm>
          <a:prstGeom prst="roundRect">
            <a:avLst>
              <a:gd name="adj" fmla="val 8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3090672"/>
            <a:ext cx="2834640" cy="5669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8FD3E8"/>
                </a:solidFill>
                <a:latin typeface="Consolas"/>
              </a:rPr>
              <a:t>wlan.isconnected()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3822191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정말 연결됐는지 물어봅니다. 참이 될 때까지 몇 초 걸립니다.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83480"/>
            <a:ext cx="10817352" cy="868680"/>
          </a:xfrm>
          <a:prstGeom prst="roundRect">
            <a:avLst>
              <a:gd name="adj" fmla="val 7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2303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세 번째를 빼먹는 실수가 가장 많습니다.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아직 연결되지 않은 상태에서 다음 코드가 실행되면, 주소도 없고 인터넷도 안 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CODE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공유기에 접속하기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앞에서 본 세 단계를 그대로 코드로 옮깁니다.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6035040" cy="32461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wifi.py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import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917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117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SSID = "school_wifi"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7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PW   = "12345678"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wlan = network.WLAN(network.STA_IF)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518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wlan.active(True)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118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wlan.connect(SSID, PW)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3191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while not wlan.isconnected():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19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print("연결 중...")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519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sleep(1)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19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print("연결 완료")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3201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print(wlan.ifconfig()[0])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103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031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새 모듈 network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77439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무선 기능은 machine이 아니라 network에 들어 있습니다.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798063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4~5행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798063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맨 위에 따로 적는다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072383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이름과 비밀번호를 위에 모아 두면 나중에 고치기 쉽습니다.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4930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7~9행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493008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켜고 요청한다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3767328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STA_IF는 공유기에 붙는 방식이라는 뜻입니다.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1879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11~13행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187952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될 때까지 기다린다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462272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연결될 때까지 1초씩 쉬며 반복합니다.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88289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16행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882896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받은 주소를 찍는다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157216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ifconfig()의 첫 번째 값이 우리 보드의 주소입니다.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</a:rPr>
              <a:t>실행하면 몇 초 동안 "연결 중..."이 찍히다가 주소 한 줄이 나옵니다.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WHY WAIT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기다리는 코드가 없으면 이렇게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connect()는 요청만 하고 끝납니다. 결과를 기다려 주지 않습니다.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103120"/>
          </a:xfrm>
          <a:prstGeom prst="roundRect">
            <a:avLst>
              <a:gd name="adj" fmla="val 4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1284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CA3AF"/>
                </a:solidFill>
                <a:latin typeface="맑은 고딕"/>
              </a:rPr>
              <a:t>기다리지 않으면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542032"/>
            <a:ext cx="4645152" cy="685800"/>
          </a:xfrm>
          <a:prstGeom prst="roundRect">
            <a:avLst>
              <a:gd name="adj" fmla="val 6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2679192"/>
            <a:ext cx="4297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D3E8"/>
                </a:solidFill>
                <a:latin typeface="Consolas"/>
              </a:rPr>
              <a:t>wlan.connect(SSID, PW)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852928"/>
            <a:ext cx="4297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print(wlan.ifconfig()[0])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6499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맑은 고딕"/>
              </a:rPr>
              <a:t>결과   </a:t>
            </a:r>
            <a:r>
              <a:rPr sz="1300" b="1">
                <a:solidFill>
                  <a:srgbClr val="990011"/>
                </a:solidFill>
                <a:latin typeface="Consolas"/>
              </a:rPr>
              <a:t>0.0.0.0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8503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아직 주소를 못 받은 상태입니다.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285232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12848"/>
            <a:ext cx="4663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</a:rPr>
              <a:t>기다리면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2542032"/>
            <a:ext cx="4645152" cy="685800"/>
          </a:xfrm>
          <a:prstGeom prst="roundRect">
            <a:avLst>
              <a:gd name="adj" fmla="val 6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679192"/>
            <a:ext cx="4297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D3E8"/>
                </a:solidFill>
                <a:latin typeface="Consolas"/>
              </a:rPr>
              <a:t>while not wlan.isconnected():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852928"/>
            <a:ext cx="4297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onsolas"/>
              </a:rPr>
              <a:t>    sleep(1)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6499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A3AF"/>
                </a:solidFill>
                <a:latin typeface="맑은 고딕"/>
              </a:rPr>
              <a:t>결과   </a:t>
            </a:r>
            <a:r>
              <a:rPr sz="1300" b="1">
                <a:solidFill>
                  <a:srgbClr val="990011"/>
                </a:solidFill>
                <a:latin typeface="Consolas"/>
              </a:rPr>
              <a:t>192.168.0.14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68503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</a:rPr>
              <a:t>연결이 끝난 뒤에 진행합니다.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6085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접속은 즉시 끝나지 않는다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74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보통 2~5초 걸립니다. 휴대폰이 Wi-Fi에 붙을 때와 똑같습니다.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2836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77156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77156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4356" y="46085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connect()는 요청만 한다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7156" y="5074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요청을 보내고 바로 다음 줄로 넘어갑니다. 답을 기다려 주지 않습니다.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343400"/>
            <a:ext cx="3383280" cy="14630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94192" y="4553712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553712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46085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not은 "아니면"이라는 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507492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연결이 안 된 동안 반복하고, 연결되는 순간 빠져나옵니다.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IP 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ifconfig()가 알려 주는 네 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print(wlan.ifconfig())를 실행하면 값 네 개가 한 줄로 나옵니다.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9339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993392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IP 주소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780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Consolas"/>
              </a:rPr>
              <a:t>192.168.0.14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47802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공유기가 우리 보드에 준 주소입니다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서브넷 마스크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</a:rPr>
              <a:t>255.255.255.0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154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같은 그룹으로 묶이는 범위를 나타냅니다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게이트웨이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313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</a:rPr>
              <a:t>192.168.0.1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83133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바깥으로 나가는 문, 보통 공유기 자신입니다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DNS 서버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079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</a:rPr>
              <a:t>168.126.63.1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5079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이름을 주소로 바꿔 주는 곳입니다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1208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468112"/>
            <a:ext cx="10085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오늘 쓰는 것은 첫 번째 하나입니다.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다음 시간에 휴대폰 주소창에 적어 넣을 값이 바로 ifconfig()[0]입니다.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CODE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연결을 함수로 묶기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6차시 set_color, 10차시 motor()처럼 연결도 한 줄로 정리합니다.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6035040" cy="30175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wifi_func.py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def connect_wifi(name, pw):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19756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wlan = network.WLAN(network.STA_IF)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43784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wlan.active(True)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67812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wlan.connect(name, pw)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4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    while not wlan.isconnected():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15868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    sleep(1)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39896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    print("연결 완료")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963924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    return wlan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1198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wlan = connect_wifi(SSID, PW)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36008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print(wlan.ifconfig()[0])</a:t>
            </a:r>
          </a:p>
        </p:txBody>
      </p:sp>
      <p:sp>
        <p:nvSpPr>
          <p:cNvPr id="17" name="Oval 16"/>
          <p:cNvSpPr/>
          <p:nvPr/>
        </p:nvSpPr>
        <p:spPr>
          <a:xfrm>
            <a:off x="7086600" y="21488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21488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16712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return이 새로 나옵니다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514600"/>
            <a:ext cx="391363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함수가 만든 wlan을 밖으로 돌려줍니다. set_color와 달리 돌려줄 것이 있습니다.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7086600" y="3200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3200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21868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이름과 비밀번호를 받는다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566160"/>
            <a:ext cx="391363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다른 공유기를 쓸 때는 부를 때 값만 바꾸면 됩니다. 함수 안은 고칠 필요가 없습니다.</a:t>
            </a:r>
          </a:p>
        </p:txBody>
      </p:sp>
      <p:sp>
        <p:nvSpPr>
          <p:cNvPr id="25" name="Oval 24"/>
          <p:cNvSpPr/>
          <p:nvPr/>
        </p:nvSpPr>
        <p:spPr>
          <a:xfrm>
            <a:off x="708660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660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270248"/>
            <a:ext cx="3913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</a:rPr>
              <a:t>앞으로는 한 줄이면 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4617720"/>
            <a:ext cx="3913632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이 한 줄이 끝났다는 것은 이미 주소를 받았다는 뜻입니다.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1208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468112"/>
            <a:ext cx="10085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이제 무선을 쓰는 프로그램은 이 한 줄로 시작합니다.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다음 시간 웹 서버 코드도 connect_wifi() 를 부르는 것으로 출발합니다.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연결이 안 될 때는 숫자를 물어봅니다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print(wlan.status())를 찍으면 숫자 하나가 나옵니다. 그 숫자가 원인입니다.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993392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이름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99339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97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780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</a:rPr>
              <a:t>STAT_GOT_IP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4780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연결에 성공해 주소까지 받았습니다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363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154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</a:rPr>
              <a:t>STAT_CONNECTING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154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아직 접속을 시도하는 중입니다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130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90011"/>
                </a:solidFill>
                <a:latin typeface="Consolas"/>
              </a:rPr>
              <a:t>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83133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</a:rPr>
              <a:t>STAT_CONNECT_FAIL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83133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접속에 실패했습니다. 다시 시도해 봅니다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897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90011"/>
                </a:solidFill>
                <a:latin typeface="Consolas"/>
              </a:rPr>
              <a:t>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50799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</a:rPr>
              <a:t>STAT_NO_AP_FOUND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45079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그런 이름의 공유기를 찾지 못했습니다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663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990011"/>
                </a:solidFill>
                <a:latin typeface="Consolas"/>
              </a:rPr>
              <a:t>-3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1846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</a:rPr>
              <a:t>STAT_WRONG_PASSWORD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184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비밀번호가 틀렸습니다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</a:rPr>
              <a:t>음수가 나오면 실패입니다. -2는 이름, -3은 비밀번호. 오늘 실패의 대부분이 이 둘입니다.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CODE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인터넷에서 현재 시각 받아 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연결이 되면 바깥의 정보를 가져올 수 있습니다. 첫 번째는 시각입니다.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6035040" cy="265176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clock.py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import ntptime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9173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import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117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wlan = connect_wifi(SSID, PW)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3181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ntptime.settime()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5185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t = time.localtime(time.time() + 9 * 3600)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7189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print(t[0], t[1], t[2])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31919"/>
            <a:ext cx="5577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print(t[3], t[4])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1031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103120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새 모듈 ntptime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377439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인터넷의 시간 서버에서 현재 시각을 받아 오는 도구입니다.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6148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6행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761487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보드 시계를 맞춘다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035807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이 줄이 실행되면 보드가 지금 몇 시인지 알게 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41985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8행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419856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왜 9를 더하나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694176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받아 온 시각은 세계 표준시입니다. 한국은 9시간 빠릅니다.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40782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</a:rPr>
              <a:t>10~11행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078224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순서가 정해져 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4352544"/>
            <a:ext cx="441655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맑은 고딕"/>
              </a:rPr>
              <a:t>t에는 연·월·일·시·분·초가 순서대로 들어 있습니다.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93776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193792"/>
            <a:ext cx="10085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</a:rPr>
              <a:t>보드에는 시계가 없습니다. </a:t>
            </a:r>
            <a:r>
              <a:rPr sz="1350" b="0">
                <a:solidFill>
                  <a:srgbClr val="4B5563"/>
                </a:solidFill>
                <a:latin typeface="맑은 고딕"/>
              </a:rPr>
              <a:t>전원을 껐다 켜면 시각도 사라집니다. 그래서 켤 때마다 인터넷에서 받아 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무선을 쓸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</a:rPr>
              <a:t>오늘은 부품이 아니라 정보와 환경을 조심해야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</a:rPr>
              <a:t>해야 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</a:rPr>
              <a:t>2.4GHz 공유기 이름으로 접속하기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</a:rPr>
              <a:t>이름과 비밀번호는 코드 맨 위에 모으기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</a:rPr>
              <a:t>연결을 확인한 뒤 다음 단계로 넘어가기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</a:rPr>
              <a:t>안테나(보드 끝 금색 무늬)를 비워 두기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</a:rPr>
              <a:t>절대 하면 안 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</a:rPr>
              <a:t>이름 뒤에 5G가 붙은 공유기에 연결 시도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</a:rPr>
              <a:t>비밀번호가 적힌 파일을 그대로 제출·공유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</a:rPr>
              <a:t>로그인 화면이 뜨는 공용 Wi-Fi 사용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</a:rPr>
              <a:t>보드를 금속 위에 올리거나 손으로 덮기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</a:rPr>
              <a:t>비밀번호는 코드 파일에 그대로 남습니다. 파일을 넘기기 전에 지우거나 가짜 값으로 바꿔 두세요.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실습 — 연결하고, 눈에 보이게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화면을 보지 않아도 상태를 알 수 있게, 지금까지 쓴 출력을 함께 씁니다.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연결되면 LED 켜기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090672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3200400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led = Pin("LED", Pin.OUT)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538728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wlan = connect_wifi(SSID, PW)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707891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led.on()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4046219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# 2차시 내장 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1830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연결이 끝나야 LED가 켜집니다. 화면을 안 봐도 성공을 알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2836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77156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7156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7156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도전 — 신호 세기 재기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77156" y="3090672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3460" y="3200400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print(wlan.status('rssi'))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3460" y="3538728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# -40에 가까우면 강함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3460" y="3707891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# -80에 가까우면 약함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3460" y="4046219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# 안테나를 덮어 보세요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7156" y="471830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손으로 안테나를 덮으면 숫자가 어떻게 변하는지 확인해 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94192" y="2212848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2212848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도전 — 시계 만들기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3090672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40496" y="3200400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FD3E8"/>
                </a:solidFill>
                <a:latin typeface="Consolas"/>
              </a:rPr>
              <a:t>while True: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3369564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    t = time.localtime(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0496" y="3538728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        time.time() + 32400)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0496" y="3707891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    print(t[3], ":", t[4])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6" y="3877055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onsolas"/>
              </a:rPr>
              <a:t>    sleep(1)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6" y="4215383"/>
            <a:ext cx="26974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</a:rPr>
              <a:t># 32400 = 9 * 3600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4718304"/>
            <a:ext cx="28346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인터넷에서 받은 시각으로 1초마다 현재 시각을 찍어 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연결이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먼저 wlan.status()를 찍어 보세요. 숫자가 원인을 말해 줍니다.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계속 연결 중만 나온다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status()가 -2 · 이름을 못 찾음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이름의 대소문자·띄어쓰기와 5G 여부를 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계속 연결 중만 나온다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status()가 -3 · 비밀번호 오류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비밀번호를 한 글자씩 다시 확인합니다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주소가 0.0.0.0으로 나온다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기다리지 않고 출력했다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isconnected() 반복문을 넣습니다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연결은 되는데 자주 끊긴다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신호가 약하다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안테나를 덮지 말고 공유기 가까이로 옮깁니다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</a:rPr>
              <a:t>ntptime에서 오류가 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</a:rPr>
              <a:t>연결 전에 불렀다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</a:rPr>
              <a:t>연결이 끝난 뒤에 settime()을 부릅니다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</a:rPr>
              <a:t>코드를 의심하기 전에 status()부터 찍으세요. 오늘 문제의 대부분이 이름과 비밀번호입니다.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책상 위에만 있던 보드가 바깥과 이어졌습니다.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선을 끊었다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USB는 이제 전원용일 뿐입니다. 값이 오가는 길이 하나 늘었습니다.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주소를 받았다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공유기가 준 IP 주소로 다른 기기가 우리 보드를 찾아올 수 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F2328"/>
                </a:solidFill>
                <a:latin typeface="맑은 고딕"/>
              </a:rPr>
              <a:t>바깥에서 값을 가져왔다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인터넷에서 현재 시각을 받아 보드의 시계를 맞췄습니다.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연결은 요청이 아니라, 주소를 받아야 끝난다.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</a:rPr>
              <a:t>다음 시간 — 휴대폰으로 보드 조종하기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</a:rPr>
              <a:t>마지막 차시입니다. 오늘 받은 주소로 여러분 휴대폰이 보드를 찾아옵니다.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보드 안에 웹 서버 만들기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작은 웹사이트가 이 보드 안에서 돌아갑니다.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077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휴대폰 브라우저로 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오늘 받은 IP 주소를 주소창에 그대로 적으면 보드가 만든 화면이 뜹니다.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</a:rPr>
              <a:t>버튼으로 LED와 모터 켜기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5137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</a:rPr>
              <a:t>화면의 버튼을 누르면 보드가 그 명령을 받아 실제로 움직입니다.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4599432" cy="26060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</a:rPr>
              <a:t>12차시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871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0A9AE"/>
                </a:solidFill>
                <a:latin typeface="Consolas"/>
              </a:rPr>
              <a:t>import socket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871216"/>
            <a:ext cx="40233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s = socket.socket()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127248"/>
            <a:ext cx="40233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</a:rPr>
              <a:t>s.bind(('', 80))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383280"/>
            <a:ext cx="40233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</a:rPr>
              <a:t>s.listen(1)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13632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맑은 고딕"/>
              </a:rPr>
              <a:t>1차시에 보여 드린 그림의 마지막 칸입니다.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330952"/>
            <a:ext cx="10085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4B5563"/>
                </a:solidFill>
                <a:latin typeface="맑은 고딕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</a:rPr>
              <a:t>다음 시간 준비물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</a:rPr>
              <a:t>노트북 · Pico 2 W · 휴대폰 · 오늘 쓴 키트 그대로  (휴대폰도 같은 공유기에 연결해 오세요. 새 부품은 없습니다)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