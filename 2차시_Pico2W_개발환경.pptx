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MicroPython 개발 환경 구축</a:t>
            </a:r>
          </a:p>
          <a:p/>
          <a:p>
            <a:r>
              <a:t>[지시] 노트북을 켜고 부팅해 두게 한다. 보드와 USB 케이블을 한 명당 하나씩 배부한다. 지난 시간처럼 금속 부분을 만지기 전에 책상 프레임에 손을 한 번 대게 한다.</a:t>
            </a:r>
          </a:p>
          <a:p/>
          <a:p>
            <a:r>
              <a:t>지난 시간에는 보드를 눈으로만 봤죠. 오늘은 드디어 컴퓨터를 켭니다.</a:t>
            </a:r>
          </a:p>
          <a:p/>
          <a:p>
            <a:r>
              <a:t>오늘 할 일은 크게 세 가지입니다. 노트북에 프로그램 하나 깔고, 보드에 마이크로파이썬을 올리고, 그다음에 첫 코드를 돌립니다. 마지막에는 보드에 달린 초록색 LED가 1초마다 깜빡이는 걸 다 같이 보게 될 겁니다.</a:t>
            </a:r>
          </a:p>
          <a:p/>
          <a:p>
            <a:r>
              <a:t>미리 말해 두면, 오늘 설치 과정은 한 번만 하면 됩니다. 다음 시간부터는 이 과정 없이 바로 코드부터 씁니다. 그러니까 오늘 조금 지루하더라도 순서를 정확히 따라와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오늘 할 다섯 가지입니다.</a:t>
            </a:r>
          </a:p>
          <a:p/>
          <a:p>
            <a:r>
              <a:t>첫째, 마이크로파이썬과 토니가 뭔지. 둘째, 토니를 설치하고. 셋째, 보드에 펌웨어를 올립니다. 여기가 오늘의 고비예요. 넷째, 셸이라는 창에서 보드랑 한 줄씩 대화해 보고. 다섯째, 첫 프로그램을 짜서 LED를 깜빡입니다.</a:t>
            </a:r>
          </a:p>
          <a:p/>
          <a:p>
            <a:r>
              <a:t>오늘 딱 하나만 기억하라고 하면 다섯 번째의 '저장한다'입니다. 어디에 저장하느냐가 오늘 제일 많이 틀리는 부분이에요. 뒤에서 다시 강조하겠습니다.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지난 시간 요약</a:t>
            </a:r>
          </a:p>
          <a:p/>
          <a:p>
            <a:r>
              <a:t>본격적으로 들어가기 전에 지난 시간 내용을 30초만 되짚겠습니다.</a:t>
            </a:r>
          </a:p>
          <a:p/>
          <a:p>
            <a:r>
              <a:t>첫째, MCU. 칩 하나 안에 컴퓨터가 통째로 들어 있는 거였죠. 둘째, 임베디드는 입력, 처리, 출력의 반복이다. 오늘 만들 blink 프로그램은 이 중에 '출력'만 쓰는 아주 단순한 예입니다.</a:t>
            </a:r>
          </a:p>
          <a:p/>
          <a:p>
            <a:r>
              <a:t>셋째, 3.3볼트. 다 같이 한 번만 더 — GPIO에 5볼트 금지.</a:t>
            </a:r>
          </a:p>
          <a:p/>
          <a:p>
            <a:r>
              <a:t>넷째, 쓸 수 있는 GPIO는 26개.</a:t>
            </a:r>
          </a:p>
          <a:p/>
          <a:p>
            <a:r>
              <a:t>[발문] 그럼 오늘 배선 작업이 있을까요? (답: 없다)</a:t>
            </a:r>
          </a:p>
          <a:p/>
          <a:p>
            <a:r>
              <a:t>네, 오늘은 보드랑 케이블만 씁니다. 점퍼선은 아직 꺼내지 마세요. 배선은 다음 시간부터입니다.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오늘의 흐름</a:t>
            </a:r>
          </a:p>
          <a:p/>
          <a:p>
            <a:r>
              <a:t>전체 그림을 먼저 보고 가겠습니다. 세 단계예요.</a:t>
            </a:r>
          </a:p>
          <a:p/>
          <a:p>
            <a:r>
              <a:t>1단계, 노트북에 토니를 설치합니다. 2단계, 보드에 마이크로파이썬을 올립니다. 3단계, 코드를 짜서 돌립니다.</a:t>
            </a:r>
          </a:p>
          <a:p/>
          <a:p>
            <a:r>
              <a:t>중요한 건 순서입니다. 1단계 안 하면 2단계 못 하고, 2단계 안 하면 3단계 못 합니다. 중간에 막히면 손 들어 주세요. 혼자 다음 단계로 넘어가면 더 꼬입니다.</a:t>
            </a:r>
          </a:p>
          <a:p/>
          <a:p>
            <a:r>
              <a:t>[지시] 하단 준비물 박스를 짚는다.</a:t>
            </a:r>
          </a:p>
          <a:p/>
          <a:p>
            <a:r>
              <a:t>그리고 케이블. 지난 시간에 데이터 되는 케이블 가져오라고 했죠. 충전 전용 케이블은 전기만 통하고 데이터가 안 갑니다. 그러면 보드에 불은 들어오는데 컴퓨터가 못 알아봐요. 오늘 문제 생기는 절반이 이 케이블 때문입니다.</a:t>
            </a:r>
          </a:p>
          <a:p/>
          <a:p>
            <a:r>
              <a:t>[활동] 케이블 없는 학생 확인하고 여분 케이블을 배부한다.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MicroPython이란?</a:t>
            </a:r>
          </a:p>
          <a:p/>
          <a:p>
            <a:r>
              <a:t>마이크로파이썬. 이름 그대로 파이썬의 작은 버전입니다.</a:t>
            </a:r>
          </a:p>
          <a:p/>
          <a:p>
            <a:r>
              <a:t>왜 작아야 하냐면, 우리 보드의 저장 공간이 4메가바이트밖에 안 되거든요. 여러분 노트북에 깔린 파이썬은 수백 메가바이트예요. 그게 안 들어가니까 핵심만 남기고 줄인 겁니다. 약 600킬로바이트 정도입니다.</a:t>
            </a:r>
          </a:p>
          <a:p/>
          <a:p>
            <a:r>
              <a:t>줄이면서 뭘 뺐냐면, 넘파이나 판다스 같은 무거운 라이브러리를 뺐어요. 대신 뭘 넣었냐면, 핀을 다루고 센서를 읽는 하드웨어 제어 기능을 넣었습니다. 목적이 다른 거죠.</a:t>
            </a:r>
          </a:p>
          <a:p/>
          <a:p>
            <a:r>
              <a:t>[발문] 그럼 문법은 어떻게 될까요? 새로 배워야 할까요?</a:t>
            </a:r>
          </a:p>
          <a:p/>
          <a:p>
            <a:r>
              <a:t>아닙니다. 오른쪽 표 맨 아래 보세요. 문법은 완전히 동일합니다. print도 똑같고, if도 for도 함수도 똑같아요. 여러분이 정보 시간에 배운 파이썬 그대로 쓰면 됩니다.</a:t>
            </a:r>
          </a:p>
          <a:p/>
          <a:p>
            <a:r>
              <a:t>이게 우리가 C 대신 마이크로파이썬을 고른 이유입니다. 새 언어를 배우는 데 시간을 안 써도 되니까요.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펌웨어를 올린다는 것</a:t>
            </a:r>
          </a:p>
          <a:p/>
          <a:p>
            <a:r>
              <a:t>펌웨어라는 말이 낯설 텐데, 어렵게 생각하지 마세요.</a:t>
            </a:r>
          </a:p>
          <a:p/>
          <a:p>
            <a:r>
              <a:t>지금 여러분 손에 있는 보드는 아무것도 모르는 상태입니다. 파이썬 코드를 보내도 못 알아들어요. 컴퓨터에 꽂으면 그냥 USB 메모리처럼 보일 뿐입니다.</a:t>
            </a:r>
          </a:p>
          <a:p/>
          <a:p>
            <a:r>
              <a:t>여기에 마이크로파이썬을 한 번 올려 주면, 그때부터 이 보드가 파이썬을 알아듣기 시작합니다. 왼쪽에서 오른쪽으로 바뀌는 거죠.</a:t>
            </a:r>
          </a:p>
          <a:p/>
          <a:p>
            <a:r>
              <a:t>[발문] 지난 시간에 MCU는 운영체제가 없다고 했는데, 그럼 이건 운영체제인가요?</a:t>
            </a:r>
          </a:p>
          <a:p/>
          <a:p>
            <a:r>
              <a:t>정확히는 운영체제는 아니고, 파이썬을 해석해서 실행해 주는 프로그램입니다. 통역사를 한 명 심어 놓는다고 생각하면 비슷합니다.</a:t>
            </a:r>
          </a:p>
          <a:p/>
          <a:p>
            <a:r>
              <a:t>중요한 건 아래 박스입니다. 이 작업은 보드당 딱 한 번만 하면 됩니다. 오늘 한 번 하고 나면 다음 시간부터는 케이블만 꽂으면 바로 시작이에요.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Thonny — 우리가 쓸 편집기</a:t>
            </a:r>
          </a:p>
          <a:p/>
          <a:p>
            <a:r>
              <a:t>토니라고 읽습니다. 파이썬을 처음 배우는 사람을 위해 만들어진 편집기예요. 가볍고 설치가 간단합니다.</a:t>
            </a:r>
          </a:p>
          <a:p/>
          <a:p>
            <a:r>
              <a:t>화면을 네 부분으로 나눠서 보겠습니다.</a:t>
            </a:r>
          </a:p>
          <a:p/>
          <a:p>
            <a:r>
              <a:t>1번, 맨 위 도구 모음. 실행 버튼과 정지 버튼이 있습니다. 실행은 F5 키로도 됩니다.</a:t>
            </a:r>
          </a:p>
          <a:p/>
          <a:p>
            <a:r>
              <a:t>2번, 가운데 넓은 부분이 편집기입니다. 여기에 코드를 씁니다. 여기 쓴 건 저장해야 남아요.</a:t>
            </a:r>
          </a:p>
          <a:p/>
          <a:p>
            <a:r>
              <a:t>3번, 아래쪽이 셸입니다. 여기가 오늘의 주인공인데, 한 줄 치고 엔터 누르면 보드가 바로 실행합니다. 저장할 필요가 없어요.</a:t>
            </a:r>
          </a:p>
          <a:p/>
          <a:p>
            <a:r>
              <a:t>4번, 오른쪽 맨 아래 구석. 지금 어떤 장치가 연결돼 있는지 보여 줍니다. 여기가 오늘 제일 중요한 자리입니다. 펌웨어 설치도 여기서 하고, 연결 확인도 여기서 합니다.</a:t>
            </a:r>
          </a:p>
          <a:p/>
          <a:p>
            <a:r>
              <a:t>[지시] 실물 Thonny를 띄워 네 곳을 마우스로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Thonny 설치하기</a:t>
            </a:r>
          </a:p>
          <a:p/>
          <a:p>
            <a:r>
              <a:t>[지시] 교사 화면을 미러링하고 함께 진행한다. 학교 컴퓨터에 이미 깔려 있으면 이 장은 건너뛰고 실행만 확인한다.</a:t>
            </a:r>
          </a:p>
          <a:p/>
          <a:p>
            <a:r>
              <a:t>주소는 thonny.org입니다. 화면에 띄워 놓을 테니 그대로 치세요. 톤이 아니라 토니, t-h-o-n-n-y입니다.</a:t>
            </a:r>
          </a:p>
          <a:p/>
          <a:p>
            <a:r>
              <a:t>들어가면 오른쪽 위에 다운로드 링크가 있습니다. 윈도우용을 받으세요.</a:t>
            </a:r>
          </a:p>
          <a:p/>
          <a:p>
            <a:r>
              <a:t>설치는 그냥 다음, 다음 누르시면 됩니다. 설정 바꿀 것 없습니다.</a:t>
            </a:r>
          </a:p>
          <a:p/>
          <a:p>
            <a:r>
              <a:t>설치 끝나고 처음 실행하면 언어를 고르라고 나오는데, 한국어로 하셔도 되고 영어로 두셔도 됩니다. 저는 화면에 영어로 띄우고 한국어 이름도 같이 불러 드릴게요.</a:t>
            </a:r>
          </a:p>
          <a:p/>
          <a:p>
            <a:r>
              <a:t>[지시] 여기서 2분 기다리며 순회한다. 설치가 끝난 학생은 손을 들게 해서 진행 상황을 파악한다.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MicroPython 펌웨어 올리기</a:t>
            </a:r>
          </a:p>
          <a:p/>
          <a:p>
            <a:r>
              <a:t>[지시] 여기서 속도를 늦춘다. 한 단계씩 다 같이 하고, 전원이 따라온 것을 확인한 뒤 다음으로 넘어간다.</a:t>
            </a:r>
          </a:p>
          <a:p/>
          <a:p>
            <a:r>
              <a:t>오늘 제일 중요한 장입니다. 다섯 단계인데, 순서가 생명입니다.</a:t>
            </a:r>
          </a:p>
          <a:p/>
          <a:p>
            <a:r>
              <a:t>1번. 케이블을 뽑으세요. 이미 꽂은 사람은 지금 뽑습니다. 보드가 완전히 꺼져야 합니다.</a:t>
            </a:r>
          </a:p>
          <a:p/>
          <a:p>
            <a:r>
              <a:t>2번. 보드에서 BOOTSEL이라고 쓰인 작은 버튼을 찾으세요. 지난 시간에 2번으로 짚었던 그 버튼입니다. 찾으셨으면 누르세요. 그리고 계속 누르고 계세요.</a:t>
            </a:r>
          </a:p>
          <a:p/>
          <a:p>
            <a:r>
              <a:t>3번. 누른 상태 그대로, 케이블을 컴퓨터에 꽂습니다. 여기가 핵심이에요. 버튼이 먼저, 연결이 나중입니다. 반대로 하면 안 됩니다.</a:t>
            </a:r>
          </a:p>
          <a:p/>
          <a:p>
            <a:r>
              <a:t>4번. 컴퓨터에 RPI-RP2라는 드라이브가 새로 뜹니다. USB 메모리 꽂았을 때처럼요. 그게 보이면 이제 버튼에서 손을 떼도 됩니다.</a:t>
            </a:r>
          </a:p>
          <a:p/>
          <a:p>
            <a:r>
              <a:t>[지시] 여기서 전원이 드라이브를 확인할 때까지 기다린다. 안 되는 학생은 케이블 교체부터 시도한다.</a:t>
            </a:r>
          </a:p>
          <a:p/>
          <a:p>
            <a:r>
              <a:t>5번. 토니로 갑니다. 오른쪽 아래 구석을 클릭하면 메뉴가 뜨는데, 'MicroPython 설치 또는 업데이트'를 고르세요. 대상은 자동으로 잡히고, 종류에서 Raspberry Pi Pico 2 W를 고른 다음 설치를 누릅니다.</a:t>
            </a:r>
          </a:p>
          <a:p/>
          <a:p>
            <a:r>
              <a:t>설치는 10초 정도 걸립니다. 끝나면 보드가 자동으로 다시 시작됩니다.</a:t>
            </a:r>
          </a:p>
          <a:p/>
          <a:p>
            <a:r>
              <a:t>[발문] 다 된 사람 손 들어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Thonny에서 보드 연결하기</a:t>
            </a:r>
          </a:p>
          <a:p/>
          <a:p>
            <a:r>
              <a:t>펌웨어를 올렸으면 이제 토니가 보드를 알아봐야 합니다.</a:t>
            </a:r>
          </a:p>
          <a:p/>
          <a:p>
            <a:r>
              <a:t>화면 왼쪽이 성공했을 때 셸에 뜨는 모습입니다. MicroPython 버전이 나오고, 그 아래 Raspberry Pi Pico 2 W with RP2350이라고 보드 이름이 나옵니다. 여러분 화면에도 이게 떠야 해요. 버전 숫자는 조금 다를 수 있습니다.</a:t>
            </a:r>
          </a:p>
          <a:p/>
          <a:p>
            <a:r>
              <a:t>맨 아래 꺾쇠 세 개, 이걸 프롬프트라고 부릅니다. '명령을 기다리고 있다'는 뜻이에요. 이게 보이면 성공입니다.</a:t>
            </a:r>
          </a:p>
          <a:p/>
          <a:p>
            <a:r>
              <a:t>혹시 안 뜨면 오른쪽 아래 구석을 클릭해서 목록에서 MicroPython (Raspberry Pi Pico)를 직접 골라 주세요. 옆에 COM3 같은 게 붙어 있을 텐데 숫자는 컴퓨터마다 다릅니다.</a:t>
            </a:r>
          </a:p>
          <a:p/>
          <a:p>
            <a:r>
              <a:t>세 번째, 보기 메뉴에서 파일을 켜면 왼쪽에 저장 공간이 두 개 보입니다. 하나는 내 컴퓨터, 하나는 Raspberry Pi Pico예요. 이게 이따가 아주 중요해집니다. 지금 꼭 켜 두세요.</a:t>
            </a:r>
          </a:p>
          <a:p/>
          <a:p>
            <a:r>
              <a:t>[지시] 목록에 아무것도 없는 학생은 케이블 교체 → USB 포트 변경 → 펌웨어 재설치 순서로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셸에서 한 줄씩 실행해 보기</a:t>
            </a:r>
          </a:p>
          <a:p/>
          <a:p>
            <a:r>
              <a:t>이제 재밌는 부분입니다. 셸에서 보드랑 직접 대화해 봅시다.</a:t>
            </a:r>
          </a:p>
          <a:p/>
          <a:p>
            <a:r>
              <a:t>[지시] 학생들이 실제로 따라 치게 한다. 한 줄씩 같이 친다.</a:t>
            </a:r>
          </a:p>
          <a:p/>
          <a:p>
            <a:r>
              <a:t>첫 줄, print 괄호 열고 따옴표 Hello, Pico! 치고 엔터. 바로 아래 Hello, Pico!가 찍히죠. 지금 이 계산은 여러분 노트북이 한 게 아니라 저 작은 보드가 한 겁니다.</a:t>
            </a:r>
          </a:p>
          <a:p/>
          <a:p>
            <a:r>
              <a:t>둘째, 2 더하기 3 치고 엔터. 5가 나옵니다. 계산기처럼 쓸 수도 있어요.</a:t>
            </a:r>
          </a:p>
          <a:p/>
          <a:p>
            <a:r>
              <a:t>이제 진짜입니다. from machine import Pin 치고 엔터. 반응이 없죠? 정상입니다. 준비만 한 거예요.</a:t>
            </a:r>
          </a:p>
          <a:p/>
          <a:p>
            <a:r>
              <a:t>led = Pin 괄호 열고 따옴표 LED, 콤마, Pin.OUT. 엔터. 역시 조용합니다.</a:t>
            </a:r>
          </a:p>
          <a:p/>
          <a:p>
            <a:r>
              <a:t>마지막. led.on() 치고 엔터.</a:t>
            </a:r>
          </a:p>
          <a:p/>
          <a:p>
            <a:r>
              <a:t>[발문] 지금 보드 보세요. 어떻게 됐나요?</a:t>
            </a:r>
          </a:p>
          <a:p/>
          <a:p>
            <a:r>
              <a:t>초록색 불 들어왔죠. 여러분이 지금 코드로 물리적인 부품을 움직인 겁니다. 이게 피지컬 컴퓨팅이에요.</a:t>
            </a:r>
          </a:p>
          <a:p/>
          <a:p>
            <a:r>
              <a:t>led.off() 쳐서 꺼 보세요. led.toggle()도 여러 번 쳐 보세요.</a:t>
            </a:r>
          </a:p>
          <a:p/>
          <a:p>
            <a:r>
              <a:t>[지시] 30초 정도 자유롭게 해 보게 한다.</a:t>
            </a:r>
          </a:p>
          <a:p/>
          <a:p>
            <a:r>
              <a:t>그런데 여기 한계가 하나 있습니다. 셸에 친 건 전원 끄면 다 사라져요. 그래서 다음 장부터 파일로 저장하는 걸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[5분] 첫 프로그램 — blink.py</a:t>
            </a:r>
          </a:p>
          <a:p/>
          <a:p>
            <a:r>
              <a:t>[지시] 편집기 창에 직접 치게 한다. 복사 붙여넣기 금지. 여덟 줄이라 금방이다.</a:t>
            </a:r>
          </a:p>
          <a:p/>
          <a:p>
            <a:r>
              <a:t>1차시 마지막에 미리 보여 드린 그 코드입니다. 이번엔 직접 칩니다.</a:t>
            </a:r>
          </a:p>
          <a:p/>
          <a:p>
            <a:r>
              <a:t>1행, 2행은 준비물 챙기는 겁니다. 핀을 다루는 Pin, 시간을 다루는 sleep.</a:t>
            </a:r>
          </a:p>
          <a:p/>
          <a:p>
            <a:r>
              <a:t>4행. 아까 셸에서 쳤던 그 줄이죠. 내장 LED는 번호 대신 따옴표 LED라는 이름을 씁니다. 대문자 세 글자입니다.</a:t>
            </a:r>
          </a:p>
          <a:p/>
          <a:p>
            <a:r>
              <a:t>6행 while True 콜론. 무한 반복이에요. 콜론 빠뜨리는 사람 많으니 확인하세요.</a:t>
            </a:r>
          </a:p>
          <a:p/>
          <a:p>
            <a:r>
              <a:t>7행과 8행은 앞에 공백 네 칸이 있습니다. 들여쓰기예요. 파이썬은 이 들여쓰기로 '반복문 안에 들어 있다'를 표시합니다. 이거 틀리면 에러가 납니다.</a:t>
            </a:r>
          </a:p>
          <a:p/>
          <a:p>
            <a:r>
              <a:t>[지시] 순회하며 들여쓰기와 콜론을 확인한다. 이 두 가지가 오류의 대부분이다.</a:t>
            </a:r>
          </a:p>
          <a:p/>
          <a:p>
            <a:r>
              <a:t>다 쳤으면 F5를 누르거나 위쪽 실행 버튼을 누릅니다.</a:t>
            </a:r>
          </a:p>
          <a:p/>
          <a:p>
            <a:r>
              <a:t>그러면 저장하겠냐고 물어보는 창이 뜹니다. 여기서 아무거나 누르지 마세요. 다음 장이 오늘 제일 중요한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저장 위치를 반드시 확인하세요</a:t>
            </a:r>
          </a:p>
          <a:p/>
          <a:p>
            <a:r>
              <a:t>[지시] 여기서 한 번 멈춘다. 화면이 어두워지므로 자연스럽게 주의가 모인다.</a:t>
            </a:r>
          </a:p>
          <a:p/>
          <a:p>
            <a:r>
              <a:t>실행을 누르면 창이 하나 뜹니다. 어디에 저장할까요? 하고 묻는 창인데, 선택지가 두 개예요.</a:t>
            </a:r>
          </a:p>
          <a:p/>
          <a:p>
            <a:r>
              <a:t>'이 컴퓨터'와 'Raspberry Pi Pico'.</a:t>
            </a:r>
          </a:p>
          <a:p/>
          <a:p>
            <a:r>
              <a:t>여러분은 Raspberry Pi Pico를 고릅니다. 왼쪽 초록색이요. 그래야 코드가 보드 안으로 들어갑니다.</a:t>
            </a:r>
          </a:p>
          <a:p/>
          <a:p>
            <a:r>
              <a:t>[지시] 다 같이 소리 내어 말하게 한다 — "저장은 Raspberry Pi Pico"</a:t>
            </a:r>
          </a:p>
          <a:p/>
          <a:p>
            <a:r>
              <a:t>파일 이름은 blink.py로 하세요. 점 py 확장자까지 꼭 붙입니다. 안 붙이면 실행이 안 돼요.</a:t>
            </a:r>
          </a:p>
          <a:p/>
          <a:p>
            <a:r>
              <a:t>오른쪽 빨간 쪽을 고르면 어떻게 되냐면, 코드는 노트북에만 저장됩니다. 보드 안은 텅 비어 있어요. 그래서 케이블 뽑으면 아무 일도 안 일어납니다.</a:t>
            </a:r>
          </a:p>
          <a:p/>
          <a:p>
            <a:r>
              <a:t>[발문] 그럼 이 컴퓨터에 저장하는 건 아예 하면 안 되는 건가요?</a:t>
            </a:r>
          </a:p>
          <a:p/>
          <a:p>
            <a:r>
              <a:t>아닙니다. 맨 아래 줄 보세요. 백업용으로는 유용해요. 집에 가져가서 보거나 다른 보드에 다시 올릴 때 쓰죠. 다만 보드를 혼자 동작시키려면 반드시 보드에 저장해야 합니다.</a:t>
            </a:r>
          </a:p>
          <a:p/>
          <a:p>
            <a:r>
              <a:t>정리하면, 실행용은 보드에, 백업용은 컴퓨터에. 오늘은 보드에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main.py — 전원만 꽂아도 실행</a:t>
            </a:r>
          </a:p>
          <a:p/>
          <a:p>
            <a:r>
              <a:t>지금은 토니에서 실행 버튼을 눌러야만 동작하죠. 그런데 이걸 보드 혼자 돌아가게 만들 수 있습니다.</a:t>
            </a:r>
          </a:p>
          <a:p/>
          <a:p>
            <a:r>
              <a:t>방법은 아주 간단해요. 파일 이름을 main.py로 저장하면 됩니다. 그게 전부입니다.</a:t>
            </a:r>
          </a:p>
          <a:p/>
          <a:p>
            <a:r>
              <a:t>보드는 전원이 들어오면 자기 안에 main.py라는 파일이 있는지 찾아봅니다. 있으면 그걸 자동으로 실행해요. 이름이 곧 약속인 겁니다. blink.py라는 이름으로는 자동 실행이 안 됩니다.</a:t>
            </a:r>
          </a:p>
          <a:p/>
          <a:p>
            <a:r>
              <a:t>[지시] 다 같이 main.py로 저장하게 한 뒤, 케이블을 뽑았다가 다시 꽂게 한다.</a:t>
            </a:r>
          </a:p>
          <a:p/>
          <a:p>
            <a:r>
              <a:t>케이블 뽑았다가 다시 꽂아 보세요. 토니를 안 켜도 LED가 깜빡이죠. 이제 이 보드는 독립된 장치가 된 겁니다. 보조배터리에 꽂아도 똑같이 동작해요.</a:t>
            </a:r>
          </a:p>
          <a:p/>
          <a:p>
            <a:r>
              <a:t>[발문] 그런데 무한 반복이잖아요. 멈추려면 어떻게 할까요?</a:t>
            </a:r>
          </a:p>
          <a:p/>
          <a:p>
            <a:r>
              <a:t>토니에 연결한 상태에서 Ctrl+C를 누르거나 정지 버튼을 누르면 됩니다. 이거 알아 두세요. 안 그러면 나중에 코드 고치려는데 계속 돌아가서 답답합니다.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숫자를 바꿔 보세요</a:t>
            </a:r>
          </a:p>
          <a:p/>
          <a:p>
            <a:r>
              <a:t>이제 각자 해 보는 시간입니다. 세 가지 준비했는데, 순서대로 안 해도 됩니다. 되는 데까지 해 보세요.</a:t>
            </a:r>
          </a:p>
          <a:p/>
          <a:p>
            <a:r>
              <a:t>첫째, sleep 안의 숫자를 1에서 0.1로 바꿔 보세요. 훨씬 빨라지죠. 0.05, 0.01까지 줄여 보세요.</a:t>
            </a:r>
          </a:p>
          <a:p/>
          <a:p>
            <a:r>
              <a:t>[발문] 계속 줄이면 어떻게 되나요?</a:t>
            </a:r>
          </a:p>
          <a:p/>
          <a:p>
            <a:r>
              <a:t>너무 빨라지면 사람 눈에는 그냥 계속 켜져 있는 것처럼 보입니다. 1차시에 잠깐 얘기한 PWM이 바로 이 원리를 이용한 거예요. 5차시에 제대로 배웁니다.</a:t>
            </a:r>
          </a:p>
          <a:p/>
          <a:p>
            <a:r>
              <a:t>둘째, toggle 대신 on과 off를 따로 쓰는 겁니다. 이렇게 하면 켜진 시간과 꺼진 시간을 다르게 줄 수 있어요. 화면처럼 하면 짧게 반짝하고 오래 꺼져 있습니다. 심장박동처럼요.</a:t>
            </a:r>
          </a:p>
          <a:p/>
          <a:p>
            <a:r>
              <a:t>셋째, while True 대신 for를 쓰는 겁니다. range(10)이면 열 번만 하고 멈춰요. 무한 반복이 아니라 횟수를 정하는 거죠.</a:t>
            </a:r>
          </a:p>
          <a:p/>
          <a:p>
            <a:r>
              <a:t>[지시] 3분간 자유 실습. 순회하며 들여쓰기 오류를 잡아 준다. 빨리 끝낸 학생에게는 두 개를 조합해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잘 안될 때 확인할 것</a:t>
            </a:r>
          </a:p>
          <a:p/>
          <a:p>
            <a:r>
              <a:t>수업 때 나오는 문제는 사실 거의 정해져 있습니다. 다섯 개예요. 이 장은 사진 찍어 두세요.</a:t>
            </a:r>
          </a:p>
          <a:p/>
          <a:p>
            <a:r>
              <a:t>첫째, 보드가 목록에 안 보인다. 열에 아홉은 케이블입니다. 충전 전용 케이블을 쓴 거예요. 바꿔 보세요.</a:t>
            </a:r>
          </a:p>
          <a:p/>
          <a:p>
            <a:r>
              <a:t>둘째, RPI-RP2 드라이브가 안 뜬다. BOOTSEL 버튼을 늦게 눌렀거나 중간에 뗀 겁니다. 처음부터 다시 하세요. 버튼 먼저, 케이블 나중.</a:t>
            </a:r>
          </a:p>
          <a:p/>
          <a:p>
            <a:r>
              <a:t>셋째, 셸이 먹통이다. 아까 만든 무한 반복이 계속 돌고 있어서 그렇습니다. Ctrl+C 누르세요.</a:t>
            </a:r>
          </a:p>
          <a:p/>
          <a:p>
            <a:r>
              <a:t>넷째, 저장했는데 실행이 안 된다. 저장 위치를 컴퓨터로 한 겁니다. 방금 배웠죠. 보드에 다시 저장하세요.</a:t>
            </a:r>
          </a:p>
          <a:p/>
          <a:p>
            <a:r>
              <a:t>다섯째, IndentationError. 들여쓰기 에러입니다. 반복문 안 두 줄이 네 칸씩 들어가 있는지 확인하세요. 탭과 스페이스를 섞어 쓰면 이 에러가 납니다.</a:t>
            </a:r>
          </a:p>
          <a:p/>
          <a:p>
            <a:r>
              <a:t>[지시] 마지막 줄을 강조한다. 혼자 이것저것 바꾸다 더 꼬이는 경우가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오늘 한 일을 세 문장으로 정리하겠습니다.</a:t>
            </a:r>
          </a:p>
          <a:p/>
          <a:p>
            <a:r>
              <a:t>첫째, 환경을 갖췄습니다. 토니 설치하고 펌웨어 올렸죠. 이 과정은 오늘로 끝입니다. 다음 시간부터는 케이블만 꽂으면 바로 시작해요.</a:t>
            </a:r>
          </a:p>
          <a:p/>
          <a:p>
            <a:r>
              <a:t>둘째, 보드와 대화했습니다. 셸에서 한 줄씩 쳐서 LED를 켜고 껐죠.</a:t>
            </a:r>
          </a:p>
          <a:p/>
          <a:p>
            <a:r>
              <a:t>셋째, 첫 코드를 돌렸습니다. 1차시에 배운 입력, 처리, 출력 중에서 오늘은 출력만 썼어요. 다음 시간부터 여기에 하나씩 붙여 나갑니다.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그리고 오늘 딱 하나. 저장 위치는 Raspberry Pi Pico. 다음 시간에 코드가 안 돌아간다고 하는 사람 절반은 이것 때문일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브레드보드와 외부 LED</a:t>
            </a:r>
          </a:p>
          <a:p/>
          <a:p>
            <a:r>
              <a:t>오늘은 보드에 원래 달려 있던 LED만 썼습니다. 다음 시간에는 보드 밖으로 나갑니다.</a:t>
            </a:r>
          </a:p>
          <a:p/>
          <a:p>
            <a:r>
              <a:t>세 가지를 배웁니다. 브레드보드 쓰는 법, 저항과 LED를 연결하는 법, 그리고 GP15 같은 실제 핀 번호로 제어하는 법입니다.</a:t>
            </a:r>
          </a:p>
          <a:p/>
          <a:p>
            <a:r>
              <a:t>오른쪽 코드를 보세요. 오늘 쓴 코드랑 딱 한 줄만 다릅니다. 따옴표 LED 대신 숫자 15가 들어갔죠. 내장 LED는 이름으로 부르지만 외부 부품은 핀 번호로 부릅니다.</a:t>
            </a:r>
          </a:p>
          <a:p/>
          <a:p>
            <a:r>
              <a:t>그 아래 붉은 글씨. LED를 GPIO에 그냥 꽂으면 안 됩니다. 반드시 저항을 거칩니다. 1차시 안전 수칙에서 얘기한 그거예요.</a:t>
            </a:r>
          </a:p>
          <a:p/>
          <a:p>
            <a:r>
              <a:t>[마무리] 준비물 공지 — 노트북과 케이블은 오늘처럼 챙겨 오세요. 브레드보드, LED, 저항, 점퍼선은 실습 키트로 나눠 드립니다.</a:t>
            </a:r>
          </a:p>
          <a:p/>
          <a:p>
            <a:r>
              <a:t>[지시] 보드를 걷어서 보관하거나 각자 보관하게 한다. 오늘 저장한 main.py는 보드 안에 남아 있으므로 다음 시간에 그대로 확인할 수 있다고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2차시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MicroPython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환경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Thonny 설치부터 첫 LED 깜빡이기까지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Thonny  ·  MicroPython  ·  BOOTSEL  ·  blink.py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65960"/>
            <a:ext cx="3977639" cy="233172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148840"/>
            <a:ext cx="3611880" cy="1965960"/>
          </a:xfrm>
          <a:prstGeom prst="rect">
            <a:avLst/>
          </a:prstGeom>
          <a:solidFill>
            <a:srgbClr val="15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36992" y="2286000"/>
            <a:ext cx="82296" cy="82296"/>
          </a:xfrm>
          <a:prstGeom prst="ellipse">
            <a:avLst/>
          </a:prstGeom>
          <a:solidFill>
            <a:srgbClr val="F06A75"/>
          </a:solidFill>
          <a:ln w="12700">
            <a:solidFill>
              <a:srgbClr val="F06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01583" y="2286000"/>
            <a:ext cx="82296" cy="82296"/>
          </a:xfrm>
          <a:prstGeom prst="ellipse">
            <a:avLst/>
          </a:prstGeom>
          <a:solidFill>
            <a:srgbClr val="D8C089"/>
          </a:solidFill>
          <a:ln w="12700">
            <a:solidFill>
              <a:srgbClr val="D8C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66175" y="2286000"/>
            <a:ext cx="82296" cy="82296"/>
          </a:xfrm>
          <a:prstGeom prst="ellipse">
            <a:avLst/>
          </a:prstGeom>
          <a:solidFill>
            <a:srgbClr val="5BC47E"/>
          </a:solidFill>
          <a:ln w="12700">
            <a:solidFill>
              <a:srgbClr val="5BC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36992" y="2560320"/>
            <a:ext cx="1737360" cy="82296"/>
          </a:xfrm>
          <a:prstGeom prst="roundRect">
            <a:avLst>
              <a:gd name="adj" fmla="val 50000"/>
            </a:avLst>
          </a:prstGeom>
          <a:solidFill>
            <a:srgbClr val="F0A9AE"/>
          </a:solidFill>
          <a:ln w="63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6992" y="2770632"/>
            <a:ext cx="1554480" cy="82296"/>
          </a:xfrm>
          <a:prstGeom prst="roundRect">
            <a:avLst>
              <a:gd name="adj" fmla="val 50000"/>
            </a:avLst>
          </a:prstGeom>
          <a:solidFill>
            <a:srgbClr val="F0A9AE"/>
          </a:solidFill>
          <a:ln w="63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36992" y="3191256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6992" y="3401568"/>
            <a:ext cx="1005840" cy="82296"/>
          </a:xfrm>
          <a:prstGeom prst="roundRect">
            <a:avLst>
              <a:gd name="adj" fmla="val 50000"/>
            </a:avLst>
          </a:prstGeom>
          <a:solidFill>
            <a:srgbClr val="8FD3E8"/>
          </a:solidFill>
          <a:ln w="6350">
            <a:solidFill>
              <a:srgbClr val="8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80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3822191"/>
            <a:ext cx="1097280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20" y="4343400"/>
            <a:ext cx="4434840" cy="164592"/>
          </a:xfrm>
          <a:prstGeom prst="roundRect">
            <a:avLst>
              <a:gd name="adj" fmla="val 40000"/>
            </a:avLst>
          </a:prstGeom>
          <a:solidFill>
            <a:srgbClr val="3A4046"/>
          </a:solidFill>
          <a:ln w="6350">
            <a:solidFill>
              <a:srgbClr val="505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4507992"/>
            <a:ext cx="64008" cy="438912"/>
          </a:xfrm>
          <a:prstGeom prst="rect">
            <a:avLst/>
          </a:prstGeom>
          <a:solidFill>
            <a:srgbClr val="6B7280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4882896"/>
            <a:ext cx="914400" cy="64008"/>
          </a:xfrm>
          <a:prstGeom prst="rect">
            <a:avLst/>
          </a:prstGeom>
          <a:solidFill>
            <a:srgbClr val="6B7280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78440" y="466344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35640" y="4791456"/>
            <a:ext cx="256032" cy="237744"/>
          </a:xfrm>
          <a:prstGeom prst="rect">
            <a:avLst/>
          </a:prstGeom>
          <a:solidFill>
            <a:srgbClr val="0E1113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61320" y="4882896"/>
            <a:ext cx="73152" cy="73152"/>
          </a:xfrm>
          <a:prstGeom prst="ellipse">
            <a:avLst/>
          </a:prstGeom>
          <a:solidFill>
            <a:srgbClr val="63E06B"/>
          </a:solidFill>
          <a:ln w="12700">
            <a:solidFill>
              <a:srgbClr val="63E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69880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69880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16184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16184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62488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62488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08792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08792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55096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55096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01400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201400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347704" y="4626864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47704" y="5138928"/>
            <a:ext cx="64008" cy="64008"/>
          </a:xfrm>
          <a:prstGeom prst="ellipse">
            <a:avLst/>
          </a:prstGeom>
          <a:solidFill>
            <a:srgbClr val="D8C089"/>
          </a:solidFill>
          <a:ln w="5080">
            <a:solidFill>
              <a:srgbClr val="8A7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MicroPython과 Thonny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무엇이고 왜 필요한지 이해한다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 설치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노트북에 개발 환경을 갖춘다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펌웨어 올리기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BOOTSEL 버튼으로 MicroPython을 설치한다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셸(REPL)로 대화하기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줄씩 실행하며 보드의 반응을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프로그램 blink.py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LED를 깜빡이고 보드에 저장한다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1차시에는 보드를 눈으로 익혔습니다. 오늘은 그 보드에 말을 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011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MCU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아주 작은 컴퓨터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칩 하나에 CPU·메모리·입출력을 담은 컴퓨터입니다.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011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IN ·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임베디드의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입력 → 처리 → 출력. 오늘부터 코드로 만듭니다.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011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3.3V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절대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GPIO에 5V를 넣으면 칩이 손상됩니다.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011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26개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쓸 수 있는 GPIO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GP23·GP24·GP25는 무선 모듈이 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 쓰는 부품은 보드와 USB 케이블뿐입니다.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브레드보드와 점퍼선을 쓰는 배선 실습은 3차시부터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 단계입니다. 앞 단계가 끝나야 다음이 되므로 순서대로 따라오세요.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24612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237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Thonny를 노트북에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코드를 쓰고, 보드로 보내고, 결과를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3182112"/>
            <a:ext cx="457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920240"/>
            <a:ext cx="324612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5" y="221284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5" y="25237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5" y="3108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MicroPython 펌웨어를 보드에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36576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보드가 파이썬을 알아듣게 만듭니다. 보드당 한 번만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182112"/>
            <a:ext cx="457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1" y="1920240"/>
            <a:ext cx="3246120" cy="2834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21284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5237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1089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코드 blink.py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65760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LED를 1초 간격으로 깜빡입니다. 오늘의 목표 지점입니다.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준비물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micro USB 케이블 — </a:t>
            </a:r>
            <a:r>
              <a:rPr sz="13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반드시 데이터 전송이 되는 케이블이어야 합니다. 충전 전용은 인식되지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MicroPython이란?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파이썬을 마이크로컨트롤러에서 실행할 수 있게 만든 언어입니다. 문법은 우리가 아는 파이썬 그대로입니다.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8523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PC에서 쓰던 파이썬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1284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MicroPython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Pico 2 W에서 쓰는 파이썬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실행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1272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운영체제 위에서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272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실행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272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칩 위에서 직접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5760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수십 ~ 수백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65760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약 600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879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주요 쓰임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18795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데이터 분석, 웹, 자동화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879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주요 쓰임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18795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핀·센서 등 하드웨어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183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71830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print · if · for · 함수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183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71830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완전히 동일합니다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여러분이 배운 파이썬 문법은 그대로 쓸 수 있습니다. 새 언어를 배우는 것이 아니라, 같은 언어로 기계를 다루는 것입니다.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펌웨어를 올린다는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보드를 처음 받으면 파이썬을 알아듣지 못합니다. MicroPython 펌웨어를 한 번 올려 주면 그때부터 대화가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4846320" cy="283464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56832" y="2057400"/>
            <a:ext cx="484632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3310128"/>
            <a:ext cx="868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BEFORE  ·  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빈 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 안에 아무 프로그램도 없습니다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673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PC는 저장장치로만 인식합니다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428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파이썬 코드를 보내도 반응이 없습니다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331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AFTER  ·  펌웨어 설치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6517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MicroPython 실행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32918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보드가 파이썬 명령을 알아듣습니다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37673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Thonny의 셸에서 바로 대화할 수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42428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작성한 코드를 보드 안에 저장할 수 있습니다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4681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펌웨어 설치는 보드당 한 번뿐입니다.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다음 시간부터는 이 과정 없이 전원만 연결하면 바로 코드를 쓸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 — 우리가 쓸 편집기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코드를 쓰고, 보드로 보내고, 결과를 확인하는 일을 한 프로그램에서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669280" cy="365760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Thonny  —  blink.py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95728"/>
            <a:ext cx="5120640" cy="365760"/>
          </a:xfrm>
          <a:prstGeom prst="roundRect">
            <a:avLst>
              <a:gd name="adj" fmla="val 25000"/>
            </a:avLst>
          </a:prstGeom>
          <a:solidFill>
            <a:srgbClr val="23272B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15568" y="2478024"/>
            <a:ext cx="566928" cy="210312"/>
          </a:xfrm>
          <a:prstGeom prst="roundRect">
            <a:avLst>
              <a:gd name="adj" fmla="val 40000"/>
            </a:avLst>
          </a:prstGeom>
          <a:solidFill>
            <a:srgbClr val="2E6B45"/>
          </a:solidFill>
          <a:ln w="63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478024"/>
            <a:ext cx="56692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3936" y="2478024"/>
            <a:ext cx="566928" cy="210312"/>
          </a:xfrm>
          <a:prstGeom prst="roundRect">
            <a:avLst>
              <a:gd name="adj" fmla="val 40000"/>
            </a:avLst>
          </a:prstGeom>
          <a:solidFill>
            <a:srgbClr val="3A4046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3936" y="2478024"/>
            <a:ext cx="566928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89504"/>
            <a:ext cx="5120640" cy="1371600"/>
          </a:xfrm>
          <a:prstGeom prst="roundRect">
            <a:avLst>
              <a:gd name="adj" fmla="val 2000"/>
            </a:avLst>
          </a:prstGeom>
          <a:solidFill>
            <a:srgbClr val="15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10127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Pin("LED", Pin.OUT)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84448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58768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led.toggle()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89120"/>
            <a:ext cx="5120640" cy="786384"/>
          </a:xfrm>
          <a:prstGeom prst="roundRect">
            <a:avLst>
              <a:gd name="adj" fmla="val 3000"/>
            </a:avLst>
          </a:prstGeom>
          <a:solidFill>
            <a:srgbClr val="15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17136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print("Hello")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91456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Hello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85232"/>
            <a:ext cx="4617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MicroPython (Raspberry Pi Pico)</a:t>
            </a:r>
          </a:p>
        </p:txBody>
      </p:sp>
      <p:sp>
        <p:nvSpPr>
          <p:cNvPr id="21" name="Oval 20"/>
          <p:cNvSpPr/>
          <p:nvPr/>
        </p:nvSpPr>
        <p:spPr>
          <a:xfrm>
            <a:off x="5742432" y="2441448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244144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742432" y="293522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293522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5742432" y="4434840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2" y="443484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5742432" y="5230368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523036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0756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도구 모음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4048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실행(Run)과 정지(Stop) 버튼. 단축키는 F5입니다.</a:t>
            </a:r>
          </a:p>
        </p:txBody>
      </p:sp>
      <p:sp>
        <p:nvSpPr>
          <p:cNvPr id="33" name="Oval 32"/>
          <p:cNvSpPr/>
          <p:nvPr/>
        </p:nvSpPr>
        <p:spPr>
          <a:xfrm>
            <a:off x="6766560" y="29718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9718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9900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편집기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3192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코드를 작성하는 곳입니다. 파일로 저장해야 남습니다.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38862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38862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904487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셸 (Shell)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2336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줄씩 즉시 실행하고 결과를 바로 확인합니다.</a:t>
            </a:r>
          </a:p>
        </p:txBody>
      </p:sp>
      <p:sp>
        <p:nvSpPr>
          <p:cNvPr id="41" name="Oval 40"/>
          <p:cNvSpPr/>
          <p:nvPr/>
        </p:nvSpPr>
        <p:spPr>
          <a:xfrm>
            <a:off x="6766560" y="48006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8006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8188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인터프리터 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1480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 연결된 장치를 보여 줍니다. 오늘 여기를 자주 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 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노트북에 설치합니다. 기본 설정 그대로 진행하면 5분이면 끝납니다.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8523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36592" y="228600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1">
                <a:solidFill>
                  <a:srgbClr val="EDE7E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30428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2257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접속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 브라우저에서 thonny.org 에 접속합니다.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8523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68712" y="228600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1">
                <a:solidFill>
                  <a:srgbClr val="EDE7E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6537959" y="230428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30428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32257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다운로드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5292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오른쪽 위에서 Windows용 설치 파일을 내려받습니다.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8523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397764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1">
                <a:solidFill>
                  <a:srgbClr val="EDE7E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99592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9592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1421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4456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내려받은 파일을 실행하고 기본 설정 그대로 Next를 누릅니다.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285232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397764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1">
                <a:solidFill>
                  <a:srgbClr val="EDE7E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6537959" y="399592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99592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1421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54456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설치가 끝나면 Thonny를 실행합니다. 첫 화면에서 언어를 한국어로 고를 수 있습니다.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8640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7241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이미 설치되어 있다면 이 단계는 건너뜁니다.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버전은 4.x 이상이면 충분합니다. 도움말 &gt; Thonny 정보에서 확인할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MicroPython 펌웨어 올리기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오늘의 고비입니다. 순서를 지키지 않으면 보드가 인식되지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 케이블을 뽑습니다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3055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보드가 완전히 꺼진 상태에서 시작해야 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BOOTSEL 버튼을 누른 채 유지합니다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8620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 위 작은 버튼입니다. 손을 떼지 마세요.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누른 상태로 USB를 연결합니다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59359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버튼을 먼저, 연결을 나중에. 순서가 반대면 안 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RPI-RP2 드라이브가 뜨면 손을 뗍니다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32511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PC에 USB 메모리처럼 새 드라이브가 나타납니다.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Thonny에서 설치를 누릅니다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0566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오른쪽 아래 클릭 → MicroPython 설치 또는 업데이트 → Pico 2 W 선택.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RPI-RP2 드라이브가 안 보이면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USB를 뽑고 1번부터 다시 합니다. 버튼을 누르는 타이밍이 늦었을 가능성이 가장 큽니다.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Thonny에서 보드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펌웨어를 올렸다면 Thonny가 보드를 알아봐야 합니다. 오른쪽 아래를 확인합니다.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852160" cy="301752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394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MicroPython v1.25.0 on 2025-04-15;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24912"/>
            <a:ext cx="5394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Raspberry Pi Pico 2 W with RP2350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5394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Type "help()" for more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46704"/>
            <a:ext cx="5394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오른쪽 아래 인터프리터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11480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3272B"/>
          </a:solidFill>
          <a:ln w="9525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42816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MicroPython (Raspberry Pi Pico) · COM3</a:t>
            </a:r>
          </a:p>
        </p:txBody>
      </p:sp>
      <p:sp>
        <p:nvSpPr>
          <p:cNvPr id="14" name="Oval 13"/>
          <p:cNvSpPr/>
          <p:nvPr/>
        </p:nvSpPr>
        <p:spPr>
          <a:xfrm>
            <a:off x="6903720" y="19933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9933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11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인터프리터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4086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오른쪽 아래를 클릭해 MicroPython (Raspberry Pi Pico)를 고릅니다.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903720" y="30175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0175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035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셸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6499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버전 정보와 &gt;&gt;&gt; 프롬프트가 보이면 성공입니다.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6903720" y="40416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0416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059935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파일 창 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3891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보기 &gt; 파일을 켜면 Pico 저장 공간이 보입니다.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0352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5412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목록에 보드가 없다면 케이블부터 의심하세요.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충전 전용 케이블은 데이터가 오가지 않아 컴퓨터가 보드를 인식하지 못합니다.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셸에서 한 줄씩 실행해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셸은 보드와 직접 대화하는 창입니다. 한 줄 치고 Enter를 누르면 보드가 즉시 실행합니다.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943600" cy="301752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print("Hello, Pico!")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52344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Hello, Pico!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54096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2 + 3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558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&gt;&gt;&gt; from machine import 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59352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led = Pin("LED", Pin.OUT)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61104"/>
            <a:ext cx="5486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led.on()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보드의 초록색 LED가 켜집니다.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9037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075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즉시 실행됩니다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04872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저장할 필요가 없습니다. 값을 바꿔 가며 실험하기에 가장 좋습니다.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30632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0632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815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보드가 계산합니다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10712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PC가 아니라 보드가 실행합니다. led.on()을 치면 실제 LED가 켜집니다.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40690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40690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87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남지는 않습니다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416552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전원을 끄면 사라집니다. 남기려면 파일로 저장해야 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869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해 보기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led.off() 로 꺼 보고, led.toggle() 을 여러 번 쳐 보세요. 칠 때마다 상태가 뒤집힙니다.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FIRST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프로그램 — blink.py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 예고한 그 코드입니다. 이번에는 직접 칩니다. 편집기에 그대로 옮겨 적으세요.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306324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blink.py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Pin("LED",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52544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led.toggle()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5120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1~2행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116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필요한 기능 불러오기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86000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핀을 다루는 Pin과 시간을 다루는 sleep을 가져옵니다.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700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4행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6700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 핀을 출력으로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44368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LED에는 번호 대신 "LED"라는 이름을 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284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6행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3284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무한 반복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60273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전원이 꺼질 때까지 아래 두 줄을 계속 반복합니다.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867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7행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9867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 상태 뒤집기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61104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켜져 있으면 끄고, 꺼져 있으면 켭니다. 들여쓰기 4칸 주의.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8행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6451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1초 기다리기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919472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 줄이 없으면 너무 빨라서 깜빡임이 보이지 않습니다.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실행은 F5 또는 도구 모음의 실행 버튼, </a:t>
            </a:r>
            <a:r>
              <a:rPr sz="13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멈추려면 Ctrl + C 또는 정지 버튼</a:t>
            </a: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실행을 누르면 저장할 위치를 묻습니다. 여기서 대부분이 실수합니다 — 다음 장을 보세요.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MOST COMMON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 위치를 반드시 확인하세요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실행을 누르면 어디에 저장할지 묻습니다. 여기서 오늘 문제의 대부분이 생깁니다.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Raspberry Pi 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코드가 보드 안에 저장됩니다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노트북 없이 보드만으로 실행됩니다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파일 이름은 blink.py 로 저장합니다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main.py 로 저장하면 전원만 넣어도 실행됩니다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이 컴퓨터 (This computer)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코드가 노트북에만 저장됩니다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보드 안에는 아무것도 남지 않습니다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케이블을 뽑으면 아무 일도 일어나지 않습니다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다른 컴퓨터에 꽂으면 실행되지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백업은 이 컴퓨터에, 실행은 Raspberry Pi Pico에 저장합니다.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AUTORUN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main.py — 전원만 꽂아도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보드는 켜질 때 main.py라는 파일을 찾아 자동으로 실행합니다. 이름이 곧 규칙입니다.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4937760" cy="265176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main.py  ·  Raspberry Pi Pico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61488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Pin("LED",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75887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68496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led.toggle()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61103"/>
            <a:ext cx="4389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이름이 규칙입니다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켜질 때 main.py를 찾습니다. 다른 이름은 자동 실행되지 않습니다.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5989320" y="294436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94436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626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노트북이 필요 없습니다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보조배터리나 USB 충전기에 꽂아도 그대로 동작합니다.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3877056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877056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9534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멈추려면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2452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Thonny에 연결한 상태에서 Ctrl + C 또는 정지 버튼을 누릅니다.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486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22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방금 만든 코드를 main.py 라는 이름으로 보드에 다시 저장한 뒤, USB를 뽑았다가 다시 꽂아 보세요.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숫자를 바꿔 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코드를 이해하는 가장 빠른 방법은 값을 바꿔 보는 것입니다. 세 가지를 해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빠르게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00400"/>
            <a:ext cx="2834640" cy="137160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46704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sleep(1)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02736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    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58768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sleep(0.1)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숫자를 0.1로 바꿔 보세요. 얼마나 빨라지면 깜빡임이 보이지 않을까요?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36" y="1965960"/>
            <a:ext cx="338328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77156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7156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7156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리듬 만들기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7156" y="3200400"/>
            <a:ext cx="2834640" cy="137160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36" y="3346704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36" y="3602736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sleep(0.1)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36" y="3858768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led.off()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36" y="4114800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sleep(0.9)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7156" y="47548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on과 off를 따로 쓰면 켜진 시간과 꺼진 시간을 다르게 줄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1965960"/>
            <a:ext cx="338328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횟수 정하기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3200400"/>
            <a:ext cx="2834640" cy="137160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3346704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for i in range(10):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602736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led.toggle()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3858768"/>
            <a:ext cx="2560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548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while True 대신 for를 쓰면 10번만 깜빡이고 스스로 멈춥니다.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잘 안될 때 확인할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수업에서 가장 자주 나오는 다섯 가지입니다. 위에서부터 순서대로 확인하세요.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보드가 목록에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충전 전용 케이블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데이터 전송이 되는 케이블로 바꿉니다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RPI-RP2가 안 뜬다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BOOTSEL을 늦게 눌렀다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USB를 뽑고 버튼을 누른 채 다시 연결합니다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셸이 반응하지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이전 코드가 계속 실행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Ctrl + C 또는 정지 버튼으로 중단합니다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저장했는데 실행이 안 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 컴퓨터에 저장했다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Raspberry Pi Pico에 다시 저장합니다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IndentationError가 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들여쓰기가 어긋났다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반복문 안 두 줄이 4칸 들여쓰기인지 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 다섯 가지로 해결되지 않으면 손을 들어 주세요. 혼자 여러 가지를 한꺼번에 바꾸면 원인을 찾기 어려워집니다.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환경을 갖추고, 보드와 대화하고, 첫 프로그램을 돌렸습니다.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환경을 갖췄다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Thonny를 설치하고 펌웨어를 올렸습니다. 이 과정은 오늘로 끝입니다.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보드와 대화했다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셸에서 한 줄씩 실행해 LED를 직접 켜고 껐습니다.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첫 코드를 돌렸다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blink.py로 내장 LED를 깜빡였습니다. 출력만 쓴 첫 프로그램입니다.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 위치는 'Raspberry Pi Pico' 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브레드보드와 외부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LED에서 벗어나 보드 밖으로 나갑니다. 드디어 배선을 시작합니다.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브레드보드 사용법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구멍이 안쪽에서 어떻게 연결되어 있는지 이해하고 부품을 꽂습니다.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저항과 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왜 저항이 필요한지, 220Ω을 어디에 넣어야 하는지 배웁니다.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GPIO 출력 제어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내장 LED 대신 GP15에 연결한 외부 LED를 코드로 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3차시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614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186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= Pin(15, Pin.OUT)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9300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GP15 - external 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7763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이름 대신 핀 번호를 씁니다. LED는 반드시 저항을 거쳐 연결합니다.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브레드보드 · LED · 220Ω 저항 · 점퍼선  (뒤 네 가지는 실습 키트로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